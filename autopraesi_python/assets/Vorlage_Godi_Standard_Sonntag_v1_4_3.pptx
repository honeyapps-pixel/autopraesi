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4.xml" ContentType="application/vnd.openxmlformats-officedocument.theme+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5.xml" ContentType="application/vnd.openxmlformats-officedocument.theme+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75" r:id="rId2"/>
    <p:sldMasterId id="2147483688" r:id="rId3"/>
    <p:sldMasterId id="2147483837" r:id="rId4"/>
    <p:sldMasterId id="2147483949" r:id="rId5"/>
    <p:sldMasterId id="2147483961" r:id="rId6"/>
  </p:sldMasterIdLst>
  <p:notesMasterIdLst>
    <p:notesMasterId r:id="rId44"/>
  </p:notesMasterIdLst>
  <p:sldIdLst>
    <p:sldId id="256" r:id="rId7"/>
    <p:sldId id="420" r:id="rId8"/>
    <p:sldId id="421" r:id="rId9"/>
    <p:sldId id="624" r:id="rId10"/>
    <p:sldId id="257" r:id="rId11"/>
    <p:sldId id="626" r:id="rId12"/>
    <p:sldId id="327" r:id="rId13"/>
    <p:sldId id="328" r:id="rId14"/>
    <p:sldId id="627" r:id="rId15"/>
    <p:sldId id="616" r:id="rId16"/>
    <p:sldId id="628" r:id="rId17"/>
    <p:sldId id="332" r:id="rId18"/>
    <p:sldId id="629" r:id="rId19"/>
    <p:sldId id="423" r:id="rId20"/>
    <p:sldId id="617" r:id="rId21"/>
    <p:sldId id="646" r:id="rId22"/>
    <p:sldId id="630" r:id="rId23"/>
    <p:sldId id="395" r:id="rId24"/>
    <p:sldId id="457" r:id="rId25"/>
    <p:sldId id="644" r:id="rId26"/>
    <p:sldId id="632" r:id="rId27"/>
    <p:sldId id="618" r:id="rId28"/>
    <p:sldId id="633" r:id="rId29"/>
    <p:sldId id="466" r:id="rId30"/>
    <p:sldId id="634" r:id="rId31"/>
    <p:sldId id="619" r:id="rId32"/>
    <p:sldId id="635" r:id="rId33"/>
    <p:sldId id="432" r:id="rId34"/>
    <p:sldId id="437" r:id="rId35"/>
    <p:sldId id="645" r:id="rId36"/>
    <p:sldId id="637" r:id="rId37"/>
    <p:sldId id="620" r:id="rId38"/>
    <p:sldId id="638" r:id="rId39"/>
    <p:sldId id="374" r:id="rId40"/>
    <p:sldId id="639" r:id="rId41"/>
    <p:sldId id="621" r:id="rId42"/>
    <p:sldId id="640" r:id="rId43"/>
  </p:sldIdLst>
  <p:sldSz cx="9144000" cy="6858000" type="screen4x3"/>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5" d="100"/>
          <a:sy n="65" d="100"/>
        </p:scale>
        <p:origin x="1452" y="4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3" Type="http://schemas.openxmlformats.org/officeDocument/2006/relationships/slideMaster" Target="slideMasters/slideMaster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slide" Target="slides/slide36.xml"/><Relationship Id="rId47" Type="http://schemas.openxmlformats.org/officeDocument/2006/relationships/theme" Target="theme/theme1.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41" Type="http://schemas.openxmlformats.org/officeDocument/2006/relationships/slide" Target="slides/slide35.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presProps" Target="presProps.xml"/><Relationship Id="rId5" Type="http://schemas.openxmlformats.org/officeDocument/2006/relationships/slideMaster" Target="slideMasters/slideMaster5.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532D5B8-3085-446F-8961-3A2B9E50C1EE}" type="datetimeFigureOut">
              <a:rPr lang="de-DE" smtClean="0"/>
              <a:t>30.12.2025</a:t>
            </a:fld>
            <a:endParaRPr lang="de-DE"/>
          </a:p>
        </p:txBody>
      </p:sp>
      <p:sp>
        <p:nvSpPr>
          <p:cNvPr id="4" name="Folienbildplatzhalt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2CB691F-9B5B-4E9D-91C9-72E6A04D38B0}" type="slidenum">
              <a:rPr lang="de-DE" smtClean="0"/>
              <a:t>‹Nr.›</a:t>
            </a:fld>
            <a:endParaRPr lang="de-DE"/>
          </a:p>
        </p:txBody>
      </p:sp>
    </p:spTree>
    <p:extLst>
      <p:ext uri="{BB962C8B-B14F-4D97-AF65-F5344CB8AC3E}">
        <p14:creationId xmlns:p14="http://schemas.microsoft.com/office/powerpoint/2010/main" val="41096021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p:cNvSpPr>
            <a:spLocks noGrp="1"/>
          </p:cNvSpPr>
          <p:nvPr>
            <p:ph type="ctrTitle"/>
          </p:nvPr>
        </p:nvSpPr>
        <p:spPr>
          <a:xfrm>
            <a:off x="1143000" y="1122363"/>
            <a:ext cx="6858000" cy="2387600"/>
          </a:xfrm>
        </p:spPr>
        <p:txBody>
          <a:bodyPr anchor="b"/>
          <a:lstStyle>
            <a:lvl1pPr algn="ctr">
              <a:defRPr sz="6000"/>
            </a:lvl1pPr>
          </a:lstStyle>
          <a:p>
            <a:r>
              <a:rPr lang="de-DE"/>
              <a:t>Titelmasterformat durch Klicken bearbeiten</a:t>
            </a:r>
          </a:p>
        </p:txBody>
      </p:sp>
      <p:sp>
        <p:nvSpPr>
          <p:cNvPr id="3" name="Untertitel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Formatvorlage des Untertitelmasters durch Klicken bearbeiten</a:t>
            </a:r>
          </a:p>
        </p:txBody>
      </p:sp>
      <p:sp>
        <p:nvSpPr>
          <p:cNvPr id="4" name="Datumsplatzhalter 3"/>
          <p:cNvSpPr>
            <a:spLocks noGrp="1"/>
          </p:cNvSpPr>
          <p:nvPr>
            <p:ph type="dt" sz="half" idx="10"/>
          </p:nvPr>
        </p:nvSpPr>
        <p:spPr/>
        <p:txBody>
          <a:bodyPr/>
          <a:lstStyle/>
          <a:p>
            <a:fld id="{FEC8470D-0089-42ED-85A5-E3DF6854A598}" type="datetimeFigureOut">
              <a:rPr lang="de-DE" smtClean="0"/>
              <a:t>30.12.2025</a:t>
            </a:fld>
            <a:endParaRPr lang="de-DE"/>
          </a:p>
        </p:txBody>
      </p:sp>
      <p:sp>
        <p:nvSpPr>
          <p:cNvPr id="5" name="Fußzeilenplatzhalter 4"/>
          <p:cNvSpPr>
            <a:spLocks noGrp="1"/>
          </p:cNvSpPr>
          <p:nvPr>
            <p:ph type="ftr" sz="quarter" idx="11"/>
          </p:nvPr>
        </p:nvSpPr>
        <p:spPr/>
        <p:txBody>
          <a:bodyPr/>
          <a:lstStyle/>
          <a:p>
            <a:endParaRPr lang="de-DE"/>
          </a:p>
        </p:txBody>
      </p:sp>
      <p:sp>
        <p:nvSpPr>
          <p:cNvPr id="6" name="Foliennummernplatzhalter 5"/>
          <p:cNvSpPr>
            <a:spLocks noGrp="1"/>
          </p:cNvSpPr>
          <p:nvPr>
            <p:ph type="sldNum" sz="quarter" idx="12"/>
          </p:nvPr>
        </p:nvSpPr>
        <p:spPr/>
        <p:txBody>
          <a:bodyPr/>
          <a:lstStyle/>
          <a:p>
            <a:fld id="{2171F8E5-7F6B-48BB-84C6-40BAF8E93A10}" type="slidenum">
              <a:rPr lang="de-DE" smtClean="0"/>
              <a:t>‹Nr.›</a:t>
            </a:fld>
            <a:endParaRPr lang="de-DE"/>
          </a:p>
        </p:txBody>
      </p:sp>
    </p:spTree>
    <p:extLst>
      <p:ext uri="{BB962C8B-B14F-4D97-AF65-F5344CB8AC3E}">
        <p14:creationId xmlns:p14="http://schemas.microsoft.com/office/powerpoint/2010/main" val="25795226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Inhaltsplatzhalter 2"/>
          <p:cNvSpPr>
            <a:spLocks noGrp="1"/>
          </p:cNvSpPr>
          <p:nvPr>
            <p:ph idx="1"/>
          </p:nvPr>
        </p:nvSpPr>
        <p:spPr/>
        <p:txBody>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FEC8470D-0089-42ED-85A5-E3DF6854A598}" type="datetimeFigureOut">
              <a:rPr lang="de-DE" smtClean="0"/>
              <a:t>30.12.2025</a:t>
            </a:fld>
            <a:endParaRPr lang="de-DE"/>
          </a:p>
        </p:txBody>
      </p:sp>
      <p:sp>
        <p:nvSpPr>
          <p:cNvPr id="5" name="Fußzeilenplatzhalter 4"/>
          <p:cNvSpPr>
            <a:spLocks noGrp="1"/>
          </p:cNvSpPr>
          <p:nvPr>
            <p:ph type="ftr" sz="quarter" idx="11"/>
          </p:nvPr>
        </p:nvSpPr>
        <p:spPr/>
        <p:txBody>
          <a:bodyPr/>
          <a:lstStyle/>
          <a:p>
            <a:endParaRPr lang="de-DE"/>
          </a:p>
        </p:txBody>
      </p:sp>
      <p:sp>
        <p:nvSpPr>
          <p:cNvPr id="6" name="Foliennummernplatzhalter 5"/>
          <p:cNvSpPr>
            <a:spLocks noGrp="1"/>
          </p:cNvSpPr>
          <p:nvPr>
            <p:ph type="sldNum" sz="quarter" idx="12"/>
          </p:nvPr>
        </p:nvSpPr>
        <p:spPr/>
        <p:txBody>
          <a:bodyPr/>
          <a:lstStyle/>
          <a:p>
            <a:fld id="{2171F8E5-7F6B-48BB-84C6-40BAF8E93A10}" type="slidenum">
              <a:rPr lang="de-DE" smtClean="0"/>
              <a:t>‹Nr.›</a:t>
            </a:fld>
            <a:endParaRPr lang="de-DE"/>
          </a:p>
        </p:txBody>
      </p:sp>
    </p:spTree>
    <p:extLst>
      <p:ext uri="{BB962C8B-B14F-4D97-AF65-F5344CB8AC3E}">
        <p14:creationId xmlns:p14="http://schemas.microsoft.com/office/powerpoint/2010/main" val="37756270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623888" y="1709739"/>
            <a:ext cx="7886700" cy="2852737"/>
          </a:xfrm>
        </p:spPr>
        <p:txBody>
          <a:bodyPr anchor="b"/>
          <a:lstStyle>
            <a:lvl1pPr>
              <a:defRPr sz="6000"/>
            </a:lvl1pPr>
          </a:lstStyle>
          <a:p>
            <a:r>
              <a:rPr lang="de-DE"/>
              <a:t>Titelmasterformat durch Klicken bearbeiten</a:t>
            </a:r>
          </a:p>
        </p:txBody>
      </p:sp>
      <p:sp>
        <p:nvSpPr>
          <p:cNvPr id="3" name="Textplatzhalter 2"/>
          <p:cNvSpPr>
            <a:spLocks noGrp="1"/>
          </p:cNvSpPr>
          <p:nvPr>
            <p:ph type="body" idx="1"/>
          </p:nvPr>
        </p:nvSpPr>
        <p:spPr>
          <a:xfrm>
            <a:off x="623888" y="4589464"/>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Formatvorlagen des Textmasters bearbeiten</a:t>
            </a:r>
          </a:p>
        </p:txBody>
      </p:sp>
      <p:sp>
        <p:nvSpPr>
          <p:cNvPr id="4" name="Datumsplatzhalter 3"/>
          <p:cNvSpPr>
            <a:spLocks noGrp="1"/>
          </p:cNvSpPr>
          <p:nvPr>
            <p:ph type="dt" sz="half" idx="10"/>
          </p:nvPr>
        </p:nvSpPr>
        <p:spPr/>
        <p:txBody>
          <a:bodyPr/>
          <a:lstStyle/>
          <a:p>
            <a:fld id="{FEC8470D-0089-42ED-85A5-E3DF6854A598}" type="datetimeFigureOut">
              <a:rPr lang="de-DE" smtClean="0"/>
              <a:t>30.12.2025</a:t>
            </a:fld>
            <a:endParaRPr lang="de-DE"/>
          </a:p>
        </p:txBody>
      </p:sp>
      <p:sp>
        <p:nvSpPr>
          <p:cNvPr id="5" name="Fußzeilenplatzhalter 4"/>
          <p:cNvSpPr>
            <a:spLocks noGrp="1"/>
          </p:cNvSpPr>
          <p:nvPr>
            <p:ph type="ftr" sz="quarter" idx="11"/>
          </p:nvPr>
        </p:nvSpPr>
        <p:spPr/>
        <p:txBody>
          <a:bodyPr/>
          <a:lstStyle/>
          <a:p>
            <a:endParaRPr lang="de-DE"/>
          </a:p>
        </p:txBody>
      </p:sp>
      <p:sp>
        <p:nvSpPr>
          <p:cNvPr id="6" name="Foliennummernplatzhalter 5"/>
          <p:cNvSpPr>
            <a:spLocks noGrp="1"/>
          </p:cNvSpPr>
          <p:nvPr>
            <p:ph type="sldNum" sz="quarter" idx="12"/>
          </p:nvPr>
        </p:nvSpPr>
        <p:spPr/>
        <p:txBody>
          <a:bodyPr/>
          <a:lstStyle/>
          <a:p>
            <a:fld id="{2171F8E5-7F6B-48BB-84C6-40BAF8E93A10}" type="slidenum">
              <a:rPr lang="de-DE" smtClean="0"/>
              <a:t>‹Nr.›</a:t>
            </a:fld>
            <a:endParaRPr lang="de-DE"/>
          </a:p>
        </p:txBody>
      </p:sp>
    </p:spTree>
    <p:extLst>
      <p:ext uri="{BB962C8B-B14F-4D97-AF65-F5344CB8AC3E}">
        <p14:creationId xmlns:p14="http://schemas.microsoft.com/office/powerpoint/2010/main" val="5839333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Inhaltsplatzhalter 2"/>
          <p:cNvSpPr>
            <a:spLocks noGrp="1"/>
          </p:cNvSpPr>
          <p:nvPr>
            <p:ph sz="half" idx="1"/>
          </p:nvPr>
        </p:nvSpPr>
        <p:spPr>
          <a:xfrm>
            <a:off x="628650" y="1825625"/>
            <a:ext cx="3886200" cy="4351338"/>
          </a:xfrm>
        </p:spPr>
        <p:txBody>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p:cNvSpPr>
            <a:spLocks noGrp="1"/>
          </p:cNvSpPr>
          <p:nvPr>
            <p:ph sz="half" idx="2"/>
          </p:nvPr>
        </p:nvSpPr>
        <p:spPr>
          <a:xfrm>
            <a:off x="4629150" y="1825625"/>
            <a:ext cx="3886200" cy="4351338"/>
          </a:xfrm>
        </p:spPr>
        <p:txBody>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p:cNvSpPr>
            <a:spLocks noGrp="1"/>
          </p:cNvSpPr>
          <p:nvPr>
            <p:ph type="dt" sz="half" idx="10"/>
          </p:nvPr>
        </p:nvSpPr>
        <p:spPr/>
        <p:txBody>
          <a:bodyPr/>
          <a:lstStyle/>
          <a:p>
            <a:fld id="{FEC8470D-0089-42ED-85A5-E3DF6854A598}" type="datetimeFigureOut">
              <a:rPr lang="de-DE" smtClean="0"/>
              <a:t>30.12.2025</a:t>
            </a:fld>
            <a:endParaRPr lang="de-DE"/>
          </a:p>
        </p:txBody>
      </p:sp>
      <p:sp>
        <p:nvSpPr>
          <p:cNvPr id="6" name="Fußzeilenplatzhalter 5"/>
          <p:cNvSpPr>
            <a:spLocks noGrp="1"/>
          </p:cNvSpPr>
          <p:nvPr>
            <p:ph type="ftr" sz="quarter" idx="11"/>
          </p:nvPr>
        </p:nvSpPr>
        <p:spPr/>
        <p:txBody>
          <a:bodyPr/>
          <a:lstStyle/>
          <a:p>
            <a:endParaRPr lang="de-DE"/>
          </a:p>
        </p:txBody>
      </p:sp>
      <p:sp>
        <p:nvSpPr>
          <p:cNvPr id="7" name="Foliennummernplatzhalter 6"/>
          <p:cNvSpPr>
            <a:spLocks noGrp="1"/>
          </p:cNvSpPr>
          <p:nvPr>
            <p:ph type="sldNum" sz="quarter" idx="12"/>
          </p:nvPr>
        </p:nvSpPr>
        <p:spPr/>
        <p:txBody>
          <a:bodyPr/>
          <a:lstStyle/>
          <a:p>
            <a:fld id="{2171F8E5-7F6B-48BB-84C6-40BAF8E93A10}" type="slidenum">
              <a:rPr lang="de-DE" smtClean="0"/>
              <a:t>‹Nr.›</a:t>
            </a:fld>
            <a:endParaRPr lang="de-DE"/>
          </a:p>
        </p:txBody>
      </p:sp>
    </p:spTree>
    <p:extLst>
      <p:ext uri="{BB962C8B-B14F-4D97-AF65-F5344CB8AC3E}">
        <p14:creationId xmlns:p14="http://schemas.microsoft.com/office/powerpoint/2010/main" val="31052538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p:cNvSpPr>
            <a:spLocks noGrp="1"/>
          </p:cNvSpPr>
          <p:nvPr>
            <p:ph type="title"/>
          </p:nvPr>
        </p:nvSpPr>
        <p:spPr>
          <a:xfrm>
            <a:off x="629841" y="365126"/>
            <a:ext cx="7886700" cy="1325563"/>
          </a:xfrm>
        </p:spPr>
        <p:txBody>
          <a:bodyPr/>
          <a:lstStyle/>
          <a:p>
            <a:r>
              <a:rPr lang="de-DE"/>
              <a:t>Titelmasterformat durch Klicken bearbeiten</a:t>
            </a:r>
          </a:p>
        </p:txBody>
      </p:sp>
      <p:sp>
        <p:nvSpPr>
          <p:cNvPr id="3" name="Textplatzhalt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Formatvorlagen des Textmasters bearbeiten</a:t>
            </a:r>
          </a:p>
        </p:txBody>
      </p:sp>
      <p:sp>
        <p:nvSpPr>
          <p:cNvPr id="4" name="Inhaltsplatzhalter 3"/>
          <p:cNvSpPr>
            <a:spLocks noGrp="1"/>
          </p:cNvSpPr>
          <p:nvPr>
            <p:ph sz="half" idx="2"/>
          </p:nvPr>
        </p:nvSpPr>
        <p:spPr>
          <a:xfrm>
            <a:off x="629842" y="2505075"/>
            <a:ext cx="3868340" cy="3684588"/>
          </a:xfrm>
        </p:spPr>
        <p:txBody>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Formatvorlagen des Textmasters bearbeiten</a:t>
            </a:r>
          </a:p>
        </p:txBody>
      </p:sp>
      <p:sp>
        <p:nvSpPr>
          <p:cNvPr id="6" name="Inhaltsplatzhalter 5"/>
          <p:cNvSpPr>
            <a:spLocks noGrp="1"/>
          </p:cNvSpPr>
          <p:nvPr>
            <p:ph sz="quarter" idx="4"/>
          </p:nvPr>
        </p:nvSpPr>
        <p:spPr>
          <a:xfrm>
            <a:off x="4629150" y="2505075"/>
            <a:ext cx="3887391" cy="3684588"/>
          </a:xfrm>
        </p:spPr>
        <p:txBody>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7" name="Datumsplatzhalter 6"/>
          <p:cNvSpPr>
            <a:spLocks noGrp="1"/>
          </p:cNvSpPr>
          <p:nvPr>
            <p:ph type="dt" sz="half" idx="10"/>
          </p:nvPr>
        </p:nvSpPr>
        <p:spPr/>
        <p:txBody>
          <a:bodyPr/>
          <a:lstStyle/>
          <a:p>
            <a:fld id="{FEC8470D-0089-42ED-85A5-E3DF6854A598}" type="datetimeFigureOut">
              <a:rPr lang="de-DE" smtClean="0"/>
              <a:t>30.12.2025</a:t>
            </a:fld>
            <a:endParaRPr lang="de-DE"/>
          </a:p>
        </p:txBody>
      </p:sp>
      <p:sp>
        <p:nvSpPr>
          <p:cNvPr id="8" name="Fußzeilenplatzhalter 7"/>
          <p:cNvSpPr>
            <a:spLocks noGrp="1"/>
          </p:cNvSpPr>
          <p:nvPr>
            <p:ph type="ftr" sz="quarter" idx="11"/>
          </p:nvPr>
        </p:nvSpPr>
        <p:spPr/>
        <p:txBody>
          <a:bodyPr/>
          <a:lstStyle/>
          <a:p>
            <a:endParaRPr lang="de-DE"/>
          </a:p>
        </p:txBody>
      </p:sp>
      <p:sp>
        <p:nvSpPr>
          <p:cNvPr id="9" name="Foliennummernplatzhalter 8"/>
          <p:cNvSpPr>
            <a:spLocks noGrp="1"/>
          </p:cNvSpPr>
          <p:nvPr>
            <p:ph type="sldNum" sz="quarter" idx="12"/>
          </p:nvPr>
        </p:nvSpPr>
        <p:spPr/>
        <p:txBody>
          <a:bodyPr/>
          <a:lstStyle/>
          <a:p>
            <a:fld id="{2171F8E5-7F6B-48BB-84C6-40BAF8E93A10}" type="slidenum">
              <a:rPr lang="de-DE" smtClean="0"/>
              <a:t>‹Nr.›</a:t>
            </a:fld>
            <a:endParaRPr lang="de-DE"/>
          </a:p>
        </p:txBody>
      </p:sp>
    </p:spTree>
    <p:extLst>
      <p:ext uri="{BB962C8B-B14F-4D97-AF65-F5344CB8AC3E}">
        <p14:creationId xmlns:p14="http://schemas.microsoft.com/office/powerpoint/2010/main" val="4937518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Datumsplatzhalter 2"/>
          <p:cNvSpPr>
            <a:spLocks noGrp="1"/>
          </p:cNvSpPr>
          <p:nvPr>
            <p:ph type="dt" sz="half" idx="10"/>
          </p:nvPr>
        </p:nvSpPr>
        <p:spPr/>
        <p:txBody>
          <a:bodyPr/>
          <a:lstStyle/>
          <a:p>
            <a:fld id="{FEC8470D-0089-42ED-85A5-E3DF6854A598}" type="datetimeFigureOut">
              <a:rPr lang="de-DE" smtClean="0"/>
              <a:t>30.12.2025</a:t>
            </a:fld>
            <a:endParaRPr lang="de-DE"/>
          </a:p>
        </p:txBody>
      </p:sp>
      <p:sp>
        <p:nvSpPr>
          <p:cNvPr id="4" name="Fußzeilenplatzhalter 3"/>
          <p:cNvSpPr>
            <a:spLocks noGrp="1"/>
          </p:cNvSpPr>
          <p:nvPr>
            <p:ph type="ftr" sz="quarter" idx="11"/>
          </p:nvPr>
        </p:nvSpPr>
        <p:spPr/>
        <p:txBody>
          <a:bodyPr/>
          <a:lstStyle/>
          <a:p>
            <a:endParaRPr lang="de-DE"/>
          </a:p>
        </p:txBody>
      </p:sp>
      <p:sp>
        <p:nvSpPr>
          <p:cNvPr id="5" name="Foliennummernplatzhalter 4"/>
          <p:cNvSpPr>
            <a:spLocks noGrp="1"/>
          </p:cNvSpPr>
          <p:nvPr>
            <p:ph type="sldNum" sz="quarter" idx="12"/>
          </p:nvPr>
        </p:nvSpPr>
        <p:spPr/>
        <p:txBody>
          <a:bodyPr/>
          <a:lstStyle/>
          <a:p>
            <a:fld id="{2171F8E5-7F6B-48BB-84C6-40BAF8E93A10}" type="slidenum">
              <a:rPr lang="de-DE" smtClean="0"/>
              <a:t>‹Nr.›</a:t>
            </a:fld>
            <a:endParaRPr lang="de-DE"/>
          </a:p>
        </p:txBody>
      </p:sp>
    </p:spTree>
    <p:extLst>
      <p:ext uri="{BB962C8B-B14F-4D97-AF65-F5344CB8AC3E}">
        <p14:creationId xmlns:p14="http://schemas.microsoft.com/office/powerpoint/2010/main" val="37750589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FEC8470D-0089-42ED-85A5-E3DF6854A598}" type="datetimeFigureOut">
              <a:rPr lang="de-DE" smtClean="0"/>
              <a:t>30.12.2025</a:t>
            </a:fld>
            <a:endParaRPr lang="de-DE"/>
          </a:p>
        </p:txBody>
      </p:sp>
      <p:sp>
        <p:nvSpPr>
          <p:cNvPr id="3" name="Fußzeilenplatzhalter 2"/>
          <p:cNvSpPr>
            <a:spLocks noGrp="1"/>
          </p:cNvSpPr>
          <p:nvPr>
            <p:ph type="ftr" sz="quarter" idx="11"/>
          </p:nvPr>
        </p:nvSpPr>
        <p:spPr/>
        <p:txBody>
          <a:bodyPr/>
          <a:lstStyle/>
          <a:p>
            <a:endParaRPr lang="de-DE"/>
          </a:p>
        </p:txBody>
      </p:sp>
      <p:sp>
        <p:nvSpPr>
          <p:cNvPr id="4" name="Foliennummernplatzhalter 3"/>
          <p:cNvSpPr>
            <a:spLocks noGrp="1"/>
          </p:cNvSpPr>
          <p:nvPr>
            <p:ph type="sldNum" sz="quarter" idx="12"/>
          </p:nvPr>
        </p:nvSpPr>
        <p:spPr/>
        <p:txBody>
          <a:bodyPr/>
          <a:lstStyle/>
          <a:p>
            <a:fld id="{2171F8E5-7F6B-48BB-84C6-40BAF8E93A10}" type="slidenum">
              <a:rPr lang="de-DE" smtClean="0"/>
              <a:t>‹Nr.›</a:t>
            </a:fld>
            <a:endParaRPr lang="de-DE"/>
          </a:p>
        </p:txBody>
      </p:sp>
    </p:spTree>
    <p:extLst>
      <p:ext uri="{BB962C8B-B14F-4D97-AF65-F5344CB8AC3E}">
        <p14:creationId xmlns:p14="http://schemas.microsoft.com/office/powerpoint/2010/main" val="12411630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629841" y="457200"/>
            <a:ext cx="2949178" cy="1600200"/>
          </a:xfrm>
        </p:spPr>
        <p:txBody>
          <a:bodyPr anchor="b"/>
          <a:lstStyle>
            <a:lvl1pPr>
              <a:defRPr sz="3200"/>
            </a:lvl1pPr>
          </a:lstStyle>
          <a:p>
            <a:r>
              <a:rPr lang="de-DE"/>
              <a:t>Titelmasterformat durch Klicken bearbeiten</a:t>
            </a:r>
          </a:p>
        </p:txBody>
      </p:sp>
      <p:sp>
        <p:nvSpPr>
          <p:cNvPr id="3" name="Inhaltsplatzhalt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Formatvorlagen des Textmasters bearbeiten</a:t>
            </a:r>
          </a:p>
        </p:txBody>
      </p:sp>
      <p:sp>
        <p:nvSpPr>
          <p:cNvPr id="5" name="Datumsplatzhalter 4"/>
          <p:cNvSpPr>
            <a:spLocks noGrp="1"/>
          </p:cNvSpPr>
          <p:nvPr>
            <p:ph type="dt" sz="half" idx="10"/>
          </p:nvPr>
        </p:nvSpPr>
        <p:spPr/>
        <p:txBody>
          <a:bodyPr/>
          <a:lstStyle/>
          <a:p>
            <a:fld id="{FEC8470D-0089-42ED-85A5-E3DF6854A598}" type="datetimeFigureOut">
              <a:rPr lang="de-DE" smtClean="0"/>
              <a:t>30.12.2025</a:t>
            </a:fld>
            <a:endParaRPr lang="de-DE"/>
          </a:p>
        </p:txBody>
      </p:sp>
      <p:sp>
        <p:nvSpPr>
          <p:cNvPr id="6" name="Fußzeilenplatzhalter 5"/>
          <p:cNvSpPr>
            <a:spLocks noGrp="1"/>
          </p:cNvSpPr>
          <p:nvPr>
            <p:ph type="ftr" sz="quarter" idx="11"/>
          </p:nvPr>
        </p:nvSpPr>
        <p:spPr/>
        <p:txBody>
          <a:bodyPr/>
          <a:lstStyle/>
          <a:p>
            <a:endParaRPr lang="de-DE"/>
          </a:p>
        </p:txBody>
      </p:sp>
      <p:sp>
        <p:nvSpPr>
          <p:cNvPr id="7" name="Foliennummernplatzhalter 6"/>
          <p:cNvSpPr>
            <a:spLocks noGrp="1"/>
          </p:cNvSpPr>
          <p:nvPr>
            <p:ph type="sldNum" sz="quarter" idx="12"/>
          </p:nvPr>
        </p:nvSpPr>
        <p:spPr/>
        <p:txBody>
          <a:bodyPr/>
          <a:lstStyle/>
          <a:p>
            <a:fld id="{2171F8E5-7F6B-48BB-84C6-40BAF8E93A10}" type="slidenum">
              <a:rPr lang="de-DE" smtClean="0"/>
              <a:t>‹Nr.›</a:t>
            </a:fld>
            <a:endParaRPr lang="de-DE"/>
          </a:p>
        </p:txBody>
      </p:sp>
    </p:spTree>
    <p:extLst>
      <p:ext uri="{BB962C8B-B14F-4D97-AF65-F5344CB8AC3E}">
        <p14:creationId xmlns:p14="http://schemas.microsoft.com/office/powerpoint/2010/main" val="24231907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629841" y="457200"/>
            <a:ext cx="2949178" cy="1600200"/>
          </a:xfrm>
        </p:spPr>
        <p:txBody>
          <a:bodyPr anchor="b"/>
          <a:lstStyle>
            <a:lvl1pPr>
              <a:defRPr sz="3200"/>
            </a:lvl1pPr>
          </a:lstStyle>
          <a:p>
            <a:r>
              <a:rPr lang="de-DE"/>
              <a:t>Titelmasterformat durch Klicken bearbeiten</a:t>
            </a:r>
          </a:p>
        </p:txBody>
      </p:sp>
      <p:sp>
        <p:nvSpPr>
          <p:cNvPr id="3" name="Bildplatzhalter 2"/>
          <p:cNvSpPr>
            <a:spLocks noGrp="1"/>
          </p:cNvSpPr>
          <p:nvPr>
            <p:ph type="pic" idx="1"/>
          </p:nvPr>
        </p:nvSpPr>
        <p:spPr>
          <a:xfrm>
            <a:off x="3887391" y="987426"/>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platzhalt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Formatvorlagen des Textmasters bearbeiten</a:t>
            </a:r>
          </a:p>
        </p:txBody>
      </p:sp>
      <p:sp>
        <p:nvSpPr>
          <p:cNvPr id="5" name="Datumsplatzhalter 4"/>
          <p:cNvSpPr>
            <a:spLocks noGrp="1"/>
          </p:cNvSpPr>
          <p:nvPr>
            <p:ph type="dt" sz="half" idx="10"/>
          </p:nvPr>
        </p:nvSpPr>
        <p:spPr/>
        <p:txBody>
          <a:bodyPr/>
          <a:lstStyle/>
          <a:p>
            <a:fld id="{FEC8470D-0089-42ED-85A5-E3DF6854A598}" type="datetimeFigureOut">
              <a:rPr lang="de-DE" smtClean="0"/>
              <a:t>30.12.2025</a:t>
            </a:fld>
            <a:endParaRPr lang="de-DE"/>
          </a:p>
        </p:txBody>
      </p:sp>
      <p:sp>
        <p:nvSpPr>
          <p:cNvPr id="6" name="Fußzeilenplatzhalter 5"/>
          <p:cNvSpPr>
            <a:spLocks noGrp="1"/>
          </p:cNvSpPr>
          <p:nvPr>
            <p:ph type="ftr" sz="quarter" idx="11"/>
          </p:nvPr>
        </p:nvSpPr>
        <p:spPr/>
        <p:txBody>
          <a:bodyPr/>
          <a:lstStyle/>
          <a:p>
            <a:endParaRPr lang="de-DE"/>
          </a:p>
        </p:txBody>
      </p:sp>
      <p:sp>
        <p:nvSpPr>
          <p:cNvPr id="7" name="Foliennummernplatzhalter 6"/>
          <p:cNvSpPr>
            <a:spLocks noGrp="1"/>
          </p:cNvSpPr>
          <p:nvPr>
            <p:ph type="sldNum" sz="quarter" idx="12"/>
          </p:nvPr>
        </p:nvSpPr>
        <p:spPr/>
        <p:txBody>
          <a:bodyPr/>
          <a:lstStyle/>
          <a:p>
            <a:fld id="{2171F8E5-7F6B-48BB-84C6-40BAF8E93A10}" type="slidenum">
              <a:rPr lang="de-DE" smtClean="0"/>
              <a:t>‹Nr.›</a:t>
            </a:fld>
            <a:endParaRPr lang="de-DE"/>
          </a:p>
        </p:txBody>
      </p:sp>
    </p:spTree>
    <p:extLst>
      <p:ext uri="{BB962C8B-B14F-4D97-AF65-F5344CB8AC3E}">
        <p14:creationId xmlns:p14="http://schemas.microsoft.com/office/powerpoint/2010/main" val="20225933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Vertikaler Textplatzhalter 2"/>
          <p:cNvSpPr>
            <a:spLocks noGrp="1"/>
          </p:cNvSpPr>
          <p:nvPr>
            <p:ph type="body" orient="vert" idx="1"/>
          </p:nvPr>
        </p:nvSpPr>
        <p:spPr/>
        <p:txBody>
          <a:bodyPr vert="eaVert"/>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FEC8470D-0089-42ED-85A5-E3DF6854A598}" type="datetimeFigureOut">
              <a:rPr lang="de-DE" smtClean="0"/>
              <a:t>30.12.2025</a:t>
            </a:fld>
            <a:endParaRPr lang="de-DE"/>
          </a:p>
        </p:txBody>
      </p:sp>
      <p:sp>
        <p:nvSpPr>
          <p:cNvPr id="5" name="Fußzeilenplatzhalter 4"/>
          <p:cNvSpPr>
            <a:spLocks noGrp="1"/>
          </p:cNvSpPr>
          <p:nvPr>
            <p:ph type="ftr" sz="quarter" idx="11"/>
          </p:nvPr>
        </p:nvSpPr>
        <p:spPr/>
        <p:txBody>
          <a:bodyPr/>
          <a:lstStyle/>
          <a:p>
            <a:endParaRPr lang="de-DE"/>
          </a:p>
        </p:txBody>
      </p:sp>
      <p:sp>
        <p:nvSpPr>
          <p:cNvPr id="6" name="Foliennummernplatzhalter 5"/>
          <p:cNvSpPr>
            <a:spLocks noGrp="1"/>
          </p:cNvSpPr>
          <p:nvPr>
            <p:ph type="sldNum" sz="quarter" idx="12"/>
          </p:nvPr>
        </p:nvSpPr>
        <p:spPr/>
        <p:txBody>
          <a:bodyPr/>
          <a:lstStyle/>
          <a:p>
            <a:fld id="{2171F8E5-7F6B-48BB-84C6-40BAF8E93A10}" type="slidenum">
              <a:rPr lang="de-DE" smtClean="0"/>
              <a:t>‹Nr.›</a:t>
            </a:fld>
            <a:endParaRPr lang="de-DE"/>
          </a:p>
        </p:txBody>
      </p:sp>
    </p:spTree>
    <p:extLst>
      <p:ext uri="{BB962C8B-B14F-4D97-AF65-F5344CB8AC3E}">
        <p14:creationId xmlns:p14="http://schemas.microsoft.com/office/powerpoint/2010/main" val="26279893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6543675" y="365125"/>
            <a:ext cx="1971675" cy="5811838"/>
          </a:xfrm>
        </p:spPr>
        <p:txBody>
          <a:bodyPr vert="eaVert"/>
          <a:lstStyle/>
          <a:p>
            <a:r>
              <a:rPr lang="de-DE"/>
              <a:t>Titelmasterformat durch Klicken bearbeiten</a:t>
            </a:r>
          </a:p>
        </p:txBody>
      </p:sp>
      <p:sp>
        <p:nvSpPr>
          <p:cNvPr id="3" name="Vertikaler Textplatzhalter 2"/>
          <p:cNvSpPr>
            <a:spLocks noGrp="1"/>
          </p:cNvSpPr>
          <p:nvPr>
            <p:ph type="body" orient="vert" idx="1"/>
          </p:nvPr>
        </p:nvSpPr>
        <p:spPr>
          <a:xfrm>
            <a:off x="628650" y="365125"/>
            <a:ext cx="5800725" cy="5811838"/>
          </a:xfrm>
        </p:spPr>
        <p:txBody>
          <a:bodyPr vert="eaVert"/>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FEC8470D-0089-42ED-85A5-E3DF6854A598}" type="datetimeFigureOut">
              <a:rPr lang="de-DE" smtClean="0"/>
              <a:t>30.12.2025</a:t>
            </a:fld>
            <a:endParaRPr lang="de-DE"/>
          </a:p>
        </p:txBody>
      </p:sp>
      <p:sp>
        <p:nvSpPr>
          <p:cNvPr id="5" name="Fußzeilenplatzhalter 4"/>
          <p:cNvSpPr>
            <a:spLocks noGrp="1"/>
          </p:cNvSpPr>
          <p:nvPr>
            <p:ph type="ftr" sz="quarter" idx="11"/>
          </p:nvPr>
        </p:nvSpPr>
        <p:spPr/>
        <p:txBody>
          <a:bodyPr/>
          <a:lstStyle/>
          <a:p>
            <a:endParaRPr lang="de-DE"/>
          </a:p>
        </p:txBody>
      </p:sp>
      <p:sp>
        <p:nvSpPr>
          <p:cNvPr id="6" name="Foliennummernplatzhalter 5"/>
          <p:cNvSpPr>
            <a:spLocks noGrp="1"/>
          </p:cNvSpPr>
          <p:nvPr>
            <p:ph type="sldNum" sz="quarter" idx="12"/>
          </p:nvPr>
        </p:nvSpPr>
        <p:spPr/>
        <p:txBody>
          <a:bodyPr/>
          <a:lstStyle/>
          <a:p>
            <a:fld id="{2171F8E5-7F6B-48BB-84C6-40BAF8E93A10}" type="slidenum">
              <a:rPr lang="de-DE" smtClean="0"/>
              <a:t>‹Nr.›</a:t>
            </a:fld>
            <a:endParaRPr lang="de-DE"/>
          </a:p>
        </p:txBody>
      </p:sp>
    </p:spTree>
    <p:extLst>
      <p:ext uri="{BB962C8B-B14F-4D97-AF65-F5344CB8AC3E}">
        <p14:creationId xmlns:p14="http://schemas.microsoft.com/office/powerpoint/2010/main" val="9367142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09125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93" name="PlaceHolder 1"/>
          <p:cNvSpPr>
            <a:spLocks noGrp="1"/>
          </p:cNvSpPr>
          <p:nvPr>
            <p:ph type="title"/>
          </p:nvPr>
        </p:nvSpPr>
        <p:spPr>
          <a:xfrm>
            <a:off x="642938" y="1997329"/>
            <a:ext cx="7285950" cy="1377338"/>
          </a:xfrm>
          <a:prstGeom prst="rect">
            <a:avLst/>
          </a:prstGeom>
        </p:spPr>
        <p:txBody>
          <a:bodyPr lIns="0" tIns="0" rIns="0" bIns="0" anchor="ctr">
            <a:noAutofit/>
          </a:bodyPr>
          <a:lstStyle/>
          <a:p>
            <a:endParaRPr lang="de-DE" sz="1688" b="0" strike="noStrike" spc="-1">
              <a:solidFill>
                <a:srgbClr val="000000"/>
              </a:solidFill>
              <a:latin typeface="Calibri"/>
            </a:endParaRPr>
          </a:p>
        </p:txBody>
      </p:sp>
      <p:sp>
        <p:nvSpPr>
          <p:cNvPr id="94" name="PlaceHolder 2"/>
          <p:cNvSpPr>
            <a:spLocks noGrp="1"/>
          </p:cNvSpPr>
          <p:nvPr>
            <p:ph type="subTitle"/>
          </p:nvPr>
        </p:nvSpPr>
        <p:spPr>
          <a:xfrm>
            <a:off x="456983" y="1604475"/>
            <a:ext cx="8228925" cy="3977100"/>
          </a:xfrm>
          <a:prstGeom prst="rect">
            <a:avLst/>
          </a:prstGeom>
        </p:spPr>
        <p:txBody>
          <a:bodyPr lIns="0" tIns="0" rIns="0" bIns="0" anchor="ctr">
            <a:noAutofit/>
          </a:bodyPr>
          <a:lstStyle/>
          <a:p>
            <a:pPr algn="ctr"/>
            <a:endParaRPr lang="de-DE" sz="3000" b="0" strike="noStrike" spc="-1">
              <a:latin typeface="Arial"/>
            </a:endParaRPr>
          </a:p>
        </p:txBody>
      </p:sp>
    </p:spTree>
    <p:extLst>
      <p:ext uri="{BB962C8B-B14F-4D97-AF65-F5344CB8AC3E}">
        <p14:creationId xmlns:p14="http://schemas.microsoft.com/office/powerpoint/2010/main" val="37970532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95" name="PlaceHolder 1"/>
          <p:cNvSpPr>
            <a:spLocks noGrp="1"/>
          </p:cNvSpPr>
          <p:nvPr>
            <p:ph type="title"/>
          </p:nvPr>
        </p:nvSpPr>
        <p:spPr>
          <a:xfrm>
            <a:off x="642938" y="1997329"/>
            <a:ext cx="7285950" cy="1377338"/>
          </a:xfrm>
          <a:prstGeom prst="rect">
            <a:avLst/>
          </a:prstGeom>
        </p:spPr>
        <p:txBody>
          <a:bodyPr lIns="0" tIns="0" rIns="0" bIns="0" anchor="ctr">
            <a:noAutofit/>
          </a:bodyPr>
          <a:lstStyle/>
          <a:p>
            <a:endParaRPr lang="de-DE" sz="1688" b="0" strike="noStrike" spc="-1">
              <a:solidFill>
                <a:srgbClr val="000000"/>
              </a:solidFill>
              <a:latin typeface="Calibri"/>
            </a:endParaRPr>
          </a:p>
        </p:txBody>
      </p:sp>
      <p:sp>
        <p:nvSpPr>
          <p:cNvPr id="96" name="PlaceHolder 2"/>
          <p:cNvSpPr>
            <a:spLocks noGrp="1"/>
          </p:cNvSpPr>
          <p:nvPr>
            <p:ph type="body"/>
          </p:nvPr>
        </p:nvSpPr>
        <p:spPr>
          <a:xfrm>
            <a:off x="456983" y="1604475"/>
            <a:ext cx="8228925" cy="3977100"/>
          </a:xfrm>
          <a:prstGeom prst="rect">
            <a:avLst/>
          </a:prstGeom>
        </p:spPr>
        <p:txBody>
          <a:bodyPr lIns="0" tIns="0" rIns="0" bIns="0">
            <a:normAutofit/>
          </a:bodyPr>
          <a:lstStyle/>
          <a:p>
            <a:endParaRPr lang="de-DE" sz="1969" b="0" strike="noStrike" spc="-1">
              <a:solidFill>
                <a:srgbClr val="404040"/>
              </a:solidFill>
              <a:latin typeface="Calibri"/>
            </a:endParaRPr>
          </a:p>
        </p:txBody>
      </p:sp>
    </p:spTree>
    <p:extLst>
      <p:ext uri="{BB962C8B-B14F-4D97-AF65-F5344CB8AC3E}">
        <p14:creationId xmlns:p14="http://schemas.microsoft.com/office/powerpoint/2010/main" val="235897480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97" name="PlaceHolder 1"/>
          <p:cNvSpPr>
            <a:spLocks noGrp="1"/>
          </p:cNvSpPr>
          <p:nvPr>
            <p:ph type="title"/>
          </p:nvPr>
        </p:nvSpPr>
        <p:spPr>
          <a:xfrm>
            <a:off x="642938" y="1997329"/>
            <a:ext cx="7285950" cy="1377338"/>
          </a:xfrm>
          <a:prstGeom prst="rect">
            <a:avLst/>
          </a:prstGeom>
        </p:spPr>
        <p:txBody>
          <a:bodyPr lIns="0" tIns="0" rIns="0" bIns="0" anchor="ctr">
            <a:noAutofit/>
          </a:bodyPr>
          <a:lstStyle/>
          <a:p>
            <a:endParaRPr lang="de-DE" sz="1688" b="0" strike="noStrike" spc="-1">
              <a:solidFill>
                <a:srgbClr val="000000"/>
              </a:solidFill>
              <a:latin typeface="Calibri"/>
            </a:endParaRPr>
          </a:p>
        </p:txBody>
      </p:sp>
      <p:sp>
        <p:nvSpPr>
          <p:cNvPr id="98" name="PlaceHolder 2"/>
          <p:cNvSpPr>
            <a:spLocks noGrp="1"/>
          </p:cNvSpPr>
          <p:nvPr>
            <p:ph type="body"/>
          </p:nvPr>
        </p:nvSpPr>
        <p:spPr>
          <a:xfrm>
            <a:off x="456983" y="1604475"/>
            <a:ext cx="4015575" cy="3977100"/>
          </a:xfrm>
          <a:prstGeom prst="rect">
            <a:avLst/>
          </a:prstGeom>
        </p:spPr>
        <p:txBody>
          <a:bodyPr lIns="0" tIns="0" rIns="0" bIns="0">
            <a:normAutofit/>
          </a:bodyPr>
          <a:lstStyle/>
          <a:p>
            <a:endParaRPr lang="de-DE" sz="1969" b="0" strike="noStrike" spc="-1">
              <a:solidFill>
                <a:srgbClr val="404040"/>
              </a:solidFill>
              <a:latin typeface="Calibri"/>
            </a:endParaRPr>
          </a:p>
        </p:txBody>
      </p:sp>
      <p:sp>
        <p:nvSpPr>
          <p:cNvPr id="99" name="PlaceHolder 3"/>
          <p:cNvSpPr>
            <a:spLocks noGrp="1"/>
          </p:cNvSpPr>
          <p:nvPr>
            <p:ph type="body"/>
          </p:nvPr>
        </p:nvSpPr>
        <p:spPr>
          <a:xfrm>
            <a:off x="4673708" y="1604475"/>
            <a:ext cx="4015575" cy="3977100"/>
          </a:xfrm>
          <a:prstGeom prst="rect">
            <a:avLst/>
          </a:prstGeom>
        </p:spPr>
        <p:txBody>
          <a:bodyPr lIns="0" tIns="0" rIns="0" bIns="0">
            <a:normAutofit/>
          </a:bodyPr>
          <a:lstStyle/>
          <a:p>
            <a:endParaRPr lang="de-DE" sz="1969" b="0" strike="noStrike" spc="-1">
              <a:solidFill>
                <a:srgbClr val="404040"/>
              </a:solidFill>
              <a:latin typeface="Calibri"/>
            </a:endParaRPr>
          </a:p>
        </p:txBody>
      </p:sp>
    </p:spTree>
    <p:extLst>
      <p:ext uri="{BB962C8B-B14F-4D97-AF65-F5344CB8AC3E}">
        <p14:creationId xmlns:p14="http://schemas.microsoft.com/office/powerpoint/2010/main" val="364311693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0" name="PlaceHolder 1"/>
          <p:cNvSpPr>
            <a:spLocks noGrp="1"/>
          </p:cNvSpPr>
          <p:nvPr>
            <p:ph type="title"/>
          </p:nvPr>
        </p:nvSpPr>
        <p:spPr>
          <a:xfrm>
            <a:off x="642938" y="1997329"/>
            <a:ext cx="7285950" cy="1377338"/>
          </a:xfrm>
          <a:prstGeom prst="rect">
            <a:avLst/>
          </a:prstGeom>
        </p:spPr>
        <p:txBody>
          <a:bodyPr lIns="0" tIns="0" rIns="0" bIns="0" anchor="ctr">
            <a:noAutofit/>
          </a:bodyPr>
          <a:lstStyle/>
          <a:p>
            <a:endParaRPr lang="de-DE" sz="1688" b="0" strike="noStrike" spc="-1">
              <a:solidFill>
                <a:srgbClr val="000000"/>
              </a:solidFill>
              <a:latin typeface="Calibri"/>
            </a:endParaRPr>
          </a:p>
        </p:txBody>
      </p:sp>
    </p:spTree>
    <p:extLst>
      <p:ext uri="{BB962C8B-B14F-4D97-AF65-F5344CB8AC3E}">
        <p14:creationId xmlns:p14="http://schemas.microsoft.com/office/powerpoint/2010/main" val="364056772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01" name="PlaceHolder 1"/>
          <p:cNvSpPr>
            <a:spLocks noGrp="1"/>
          </p:cNvSpPr>
          <p:nvPr>
            <p:ph type="subTitle"/>
          </p:nvPr>
        </p:nvSpPr>
        <p:spPr>
          <a:xfrm>
            <a:off x="642938" y="1997329"/>
            <a:ext cx="7285950" cy="6385838"/>
          </a:xfrm>
          <a:prstGeom prst="rect">
            <a:avLst/>
          </a:prstGeom>
        </p:spPr>
        <p:txBody>
          <a:bodyPr lIns="0" tIns="0" rIns="0" bIns="0" anchor="ctr">
            <a:noAutofit/>
          </a:bodyPr>
          <a:lstStyle/>
          <a:p>
            <a:pPr algn="ctr"/>
            <a:endParaRPr lang="de-DE" sz="3000" b="0" strike="noStrike" spc="-1">
              <a:latin typeface="Arial"/>
            </a:endParaRPr>
          </a:p>
        </p:txBody>
      </p:sp>
    </p:spTree>
    <p:extLst>
      <p:ext uri="{BB962C8B-B14F-4D97-AF65-F5344CB8AC3E}">
        <p14:creationId xmlns:p14="http://schemas.microsoft.com/office/powerpoint/2010/main" val="332797050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02" name="PlaceHolder 1"/>
          <p:cNvSpPr>
            <a:spLocks noGrp="1"/>
          </p:cNvSpPr>
          <p:nvPr>
            <p:ph type="title"/>
          </p:nvPr>
        </p:nvSpPr>
        <p:spPr>
          <a:xfrm>
            <a:off x="642938" y="1997329"/>
            <a:ext cx="7285950" cy="1377338"/>
          </a:xfrm>
          <a:prstGeom prst="rect">
            <a:avLst/>
          </a:prstGeom>
        </p:spPr>
        <p:txBody>
          <a:bodyPr lIns="0" tIns="0" rIns="0" bIns="0" anchor="ctr">
            <a:noAutofit/>
          </a:bodyPr>
          <a:lstStyle/>
          <a:p>
            <a:endParaRPr lang="de-DE" sz="1688" b="0" strike="noStrike" spc="-1">
              <a:solidFill>
                <a:srgbClr val="000000"/>
              </a:solidFill>
              <a:latin typeface="Calibri"/>
            </a:endParaRPr>
          </a:p>
        </p:txBody>
      </p:sp>
      <p:sp>
        <p:nvSpPr>
          <p:cNvPr id="103" name="PlaceHolder 2"/>
          <p:cNvSpPr>
            <a:spLocks noGrp="1"/>
          </p:cNvSpPr>
          <p:nvPr>
            <p:ph type="body"/>
          </p:nvPr>
        </p:nvSpPr>
        <p:spPr>
          <a:xfrm>
            <a:off x="456983" y="1604475"/>
            <a:ext cx="4015575" cy="1896750"/>
          </a:xfrm>
          <a:prstGeom prst="rect">
            <a:avLst/>
          </a:prstGeom>
        </p:spPr>
        <p:txBody>
          <a:bodyPr lIns="0" tIns="0" rIns="0" bIns="0">
            <a:normAutofit/>
          </a:bodyPr>
          <a:lstStyle/>
          <a:p>
            <a:endParaRPr lang="de-DE" sz="1969" b="0" strike="noStrike" spc="-1">
              <a:solidFill>
                <a:srgbClr val="404040"/>
              </a:solidFill>
              <a:latin typeface="Calibri"/>
            </a:endParaRPr>
          </a:p>
        </p:txBody>
      </p:sp>
      <p:sp>
        <p:nvSpPr>
          <p:cNvPr id="104" name="PlaceHolder 3"/>
          <p:cNvSpPr>
            <a:spLocks noGrp="1"/>
          </p:cNvSpPr>
          <p:nvPr>
            <p:ph type="body"/>
          </p:nvPr>
        </p:nvSpPr>
        <p:spPr>
          <a:xfrm>
            <a:off x="4673708" y="1604475"/>
            <a:ext cx="4015575" cy="3977100"/>
          </a:xfrm>
          <a:prstGeom prst="rect">
            <a:avLst/>
          </a:prstGeom>
        </p:spPr>
        <p:txBody>
          <a:bodyPr lIns="0" tIns="0" rIns="0" bIns="0">
            <a:normAutofit/>
          </a:bodyPr>
          <a:lstStyle/>
          <a:p>
            <a:endParaRPr lang="de-DE" sz="1969" b="0" strike="noStrike" spc="-1">
              <a:solidFill>
                <a:srgbClr val="404040"/>
              </a:solidFill>
              <a:latin typeface="Calibri"/>
            </a:endParaRPr>
          </a:p>
        </p:txBody>
      </p:sp>
      <p:sp>
        <p:nvSpPr>
          <p:cNvPr id="105" name="PlaceHolder 4"/>
          <p:cNvSpPr>
            <a:spLocks noGrp="1"/>
          </p:cNvSpPr>
          <p:nvPr>
            <p:ph type="body"/>
          </p:nvPr>
        </p:nvSpPr>
        <p:spPr>
          <a:xfrm>
            <a:off x="456983" y="3681788"/>
            <a:ext cx="4015575" cy="1896750"/>
          </a:xfrm>
          <a:prstGeom prst="rect">
            <a:avLst/>
          </a:prstGeom>
        </p:spPr>
        <p:txBody>
          <a:bodyPr lIns="0" tIns="0" rIns="0" bIns="0">
            <a:normAutofit/>
          </a:bodyPr>
          <a:lstStyle/>
          <a:p>
            <a:endParaRPr lang="de-DE" sz="1969" b="0" strike="noStrike" spc="-1">
              <a:solidFill>
                <a:srgbClr val="404040"/>
              </a:solidFill>
              <a:latin typeface="Calibri"/>
            </a:endParaRPr>
          </a:p>
        </p:txBody>
      </p:sp>
    </p:spTree>
    <p:extLst>
      <p:ext uri="{BB962C8B-B14F-4D97-AF65-F5344CB8AC3E}">
        <p14:creationId xmlns:p14="http://schemas.microsoft.com/office/powerpoint/2010/main" val="344598681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06" name="PlaceHolder 1"/>
          <p:cNvSpPr>
            <a:spLocks noGrp="1"/>
          </p:cNvSpPr>
          <p:nvPr>
            <p:ph type="title"/>
          </p:nvPr>
        </p:nvSpPr>
        <p:spPr>
          <a:xfrm>
            <a:off x="642938" y="1997329"/>
            <a:ext cx="7285950" cy="1377338"/>
          </a:xfrm>
          <a:prstGeom prst="rect">
            <a:avLst/>
          </a:prstGeom>
        </p:spPr>
        <p:txBody>
          <a:bodyPr lIns="0" tIns="0" rIns="0" bIns="0" anchor="ctr">
            <a:noAutofit/>
          </a:bodyPr>
          <a:lstStyle/>
          <a:p>
            <a:endParaRPr lang="de-DE" sz="1688" b="0" strike="noStrike" spc="-1">
              <a:solidFill>
                <a:srgbClr val="000000"/>
              </a:solidFill>
              <a:latin typeface="Calibri"/>
            </a:endParaRPr>
          </a:p>
        </p:txBody>
      </p:sp>
      <p:sp>
        <p:nvSpPr>
          <p:cNvPr id="107" name="PlaceHolder 2"/>
          <p:cNvSpPr>
            <a:spLocks noGrp="1"/>
          </p:cNvSpPr>
          <p:nvPr>
            <p:ph type="body"/>
          </p:nvPr>
        </p:nvSpPr>
        <p:spPr>
          <a:xfrm>
            <a:off x="456983" y="1604475"/>
            <a:ext cx="4015575" cy="3977100"/>
          </a:xfrm>
          <a:prstGeom prst="rect">
            <a:avLst/>
          </a:prstGeom>
        </p:spPr>
        <p:txBody>
          <a:bodyPr lIns="0" tIns="0" rIns="0" bIns="0">
            <a:normAutofit/>
          </a:bodyPr>
          <a:lstStyle/>
          <a:p>
            <a:endParaRPr lang="de-DE" sz="1969" b="0" strike="noStrike" spc="-1">
              <a:solidFill>
                <a:srgbClr val="404040"/>
              </a:solidFill>
              <a:latin typeface="Calibri"/>
            </a:endParaRPr>
          </a:p>
        </p:txBody>
      </p:sp>
      <p:sp>
        <p:nvSpPr>
          <p:cNvPr id="108" name="PlaceHolder 3"/>
          <p:cNvSpPr>
            <a:spLocks noGrp="1"/>
          </p:cNvSpPr>
          <p:nvPr>
            <p:ph type="body"/>
          </p:nvPr>
        </p:nvSpPr>
        <p:spPr>
          <a:xfrm>
            <a:off x="4673708" y="1604475"/>
            <a:ext cx="4015575" cy="1896750"/>
          </a:xfrm>
          <a:prstGeom prst="rect">
            <a:avLst/>
          </a:prstGeom>
        </p:spPr>
        <p:txBody>
          <a:bodyPr lIns="0" tIns="0" rIns="0" bIns="0">
            <a:normAutofit/>
          </a:bodyPr>
          <a:lstStyle/>
          <a:p>
            <a:endParaRPr lang="de-DE" sz="1969" b="0" strike="noStrike" spc="-1">
              <a:solidFill>
                <a:srgbClr val="404040"/>
              </a:solidFill>
              <a:latin typeface="Calibri"/>
            </a:endParaRPr>
          </a:p>
        </p:txBody>
      </p:sp>
      <p:sp>
        <p:nvSpPr>
          <p:cNvPr id="109" name="PlaceHolder 4"/>
          <p:cNvSpPr>
            <a:spLocks noGrp="1"/>
          </p:cNvSpPr>
          <p:nvPr>
            <p:ph type="body"/>
          </p:nvPr>
        </p:nvSpPr>
        <p:spPr>
          <a:xfrm>
            <a:off x="4673708" y="3681788"/>
            <a:ext cx="4015575" cy="1896750"/>
          </a:xfrm>
          <a:prstGeom prst="rect">
            <a:avLst/>
          </a:prstGeom>
        </p:spPr>
        <p:txBody>
          <a:bodyPr lIns="0" tIns="0" rIns="0" bIns="0">
            <a:normAutofit/>
          </a:bodyPr>
          <a:lstStyle/>
          <a:p>
            <a:endParaRPr lang="de-DE" sz="1969" b="0" strike="noStrike" spc="-1">
              <a:solidFill>
                <a:srgbClr val="404040"/>
              </a:solidFill>
              <a:latin typeface="Calibri"/>
            </a:endParaRPr>
          </a:p>
        </p:txBody>
      </p:sp>
    </p:spTree>
    <p:extLst>
      <p:ext uri="{BB962C8B-B14F-4D97-AF65-F5344CB8AC3E}">
        <p14:creationId xmlns:p14="http://schemas.microsoft.com/office/powerpoint/2010/main" val="362844607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10" name="PlaceHolder 1"/>
          <p:cNvSpPr>
            <a:spLocks noGrp="1"/>
          </p:cNvSpPr>
          <p:nvPr>
            <p:ph type="title"/>
          </p:nvPr>
        </p:nvSpPr>
        <p:spPr>
          <a:xfrm>
            <a:off x="642938" y="1997329"/>
            <a:ext cx="7285950" cy="1377338"/>
          </a:xfrm>
          <a:prstGeom prst="rect">
            <a:avLst/>
          </a:prstGeom>
        </p:spPr>
        <p:txBody>
          <a:bodyPr lIns="0" tIns="0" rIns="0" bIns="0" anchor="ctr">
            <a:noAutofit/>
          </a:bodyPr>
          <a:lstStyle/>
          <a:p>
            <a:endParaRPr lang="de-DE" sz="1688" b="0" strike="noStrike" spc="-1">
              <a:solidFill>
                <a:srgbClr val="000000"/>
              </a:solidFill>
              <a:latin typeface="Calibri"/>
            </a:endParaRPr>
          </a:p>
        </p:txBody>
      </p:sp>
      <p:sp>
        <p:nvSpPr>
          <p:cNvPr id="111" name="PlaceHolder 2"/>
          <p:cNvSpPr>
            <a:spLocks noGrp="1"/>
          </p:cNvSpPr>
          <p:nvPr>
            <p:ph type="body"/>
          </p:nvPr>
        </p:nvSpPr>
        <p:spPr>
          <a:xfrm>
            <a:off x="456983" y="1604475"/>
            <a:ext cx="4015575" cy="1896750"/>
          </a:xfrm>
          <a:prstGeom prst="rect">
            <a:avLst/>
          </a:prstGeom>
        </p:spPr>
        <p:txBody>
          <a:bodyPr lIns="0" tIns="0" rIns="0" bIns="0">
            <a:normAutofit/>
          </a:bodyPr>
          <a:lstStyle/>
          <a:p>
            <a:endParaRPr lang="de-DE" sz="1969" b="0" strike="noStrike" spc="-1">
              <a:solidFill>
                <a:srgbClr val="404040"/>
              </a:solidFill>
              <a:latin typeface="Calibri"/>
            </a:endParaRPr>
          </a:p>
        </p:txBody>
      </p:sp>
      <p:sp>
        <p:nvSpPr>
          <p:cNvPr id="112" name="PlaceHolder 3"/>
          <p:cNvSpPr>
            <a:spLocks noGrp="1"/>
          </p:cNvSpPr>
          <p:nvPr>
            <p:ph type="body"/>
          </p:nvPr>
        </p:nvSpPr>
        <p:spPr>
          <a:xfrm>
            <a:off x="4673708" y="1604475"/>
            <a:ext cx="4015575" cy="1896750"/>
          </a:xfrm>
          <a:prstGeom prst="rect">
            <a:avLst/>
          </a:prstGeom>
        </p:spPr>
        <p:txBody>
          <a:bodyPr lIns="0" tIns="0" rIns="0" bIns="0">
            <a:normAutofit/>
          </a:bodyPr>
          <a:lstStyle/>
          <a:p>
            <a:endParaRPr lang="de-DE" sz="1969" b="0" strike="noStrike" spc="-1">
              <a:solidFill>
                <a:srgbClr val="404040"/>
              </a:solidFill>
              <a:latin typeface="Calibri"/>
            </a:endParaRPr>
          </a:p>
        </p:txBody>
      </p:sp>
      <p:sp>
        <p:nvSpPr>
          <p:cNvPr id="113" name="PlaceHolder 4"/>
          <p:cNvSpPr>
            <a:spLocks noGrp="1"/>
          </p:cNvSpPr>
          <p:nvPr>
            <p:ph type="body"/>
          </p:nvPr>
        </p:nvSpPr>
        <p:spPr>
          <a:xfrm>
            <a:off x="456983" y="3681788"/>
            <a:ext cx="8228925" cy="1896750"/>
          </a:xfrm>
          <a:prstGeom prst="rect">
            <a:avLst/>
          </a:prstGeom>
        </p:spPr>
        <p:txBody>
          <a:bodyPr lIns="0" tIns="0" rIns="0" bIns="0">
            <a:normAutofit/>
          </a:bodyPr>
          <a:lstStyle/>
          <a:p>
            <a:endParaRPr lang="de-DE" sz="1969" b="0" strike="noStrike" spc="-1">
              <a:solidFill>
                <a:srgbClr val="404040"/>
              </a:solidFill>
              <a:latin typeface="Calibri"/>
            </a:endParaRPr>
          </a:p>
        </p:txBody>
      </p:sp>
    </p:spTree>
    <p:extLst>
      <p:ext uri="{BB962C8B-B14F-4D97-AF65-F5344CB8AC3E}">
        <p14:creationId xmlns:p14="http://schemas.microsoft.com/office/powerpoint/2010/main" val="43286921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14" name="PlaceHolder 1"/>
          <p:cNvSpPr>
            <a:spLocks noGrp="1"/>
          </p:cNvSpPr>
          <p:nvPr>
            <p:ph type="title"/>
          </p:nvPr>
        </p:nvSpPr>
        <p:spPr>
          <a:xfrm>
            <a:off x="642938" y="1997329"/>
            <a:ext cx="7285950" cy="1377338"/>
          </a:xfrm>
          <a:prstGeom prst="rect">
            <a:avLst/>
          </a:prstGeom>
        </p:spPr>
        <p:txBody>
          <a:bodyPr lIns="0" tIns="0" rIns="0" bIns="0" anchor="ctr">
            <a:noAutofit/>
          </a:bodyPr>
          <a:lstStyle/>
          <a:p>
            <a:endParaRPr lang="de-DE" sz="1688" b="0" strike="noStrike" spc="-1">
              <a:solidFill>
                <a:srgbClr val="000000"/>
              </a:solidFill>
              <a:latin typeface="Calibri"/>
            </a:endParaRPr>
          </a:p>
        </p:txBody>
      </p:sp>
      <p:sp>
        <p:nvSpPr>
          <p:cNvPr id="115" name="PlaceHolder 2"/>
          <p:cNvSpPr>
            <a:spLocks noGrp="1"/>
          </p:cNvSpPr>
          <p:nvPr>
            <p:ph type="body"/>
          </p:nvPr>
        </p:nvSpPr>
        <p:spPr>
          <a:xfrm>
            <a:off x="456983" y="1604475"/>
            <a:ext cx="8228925" cy="1896750"/>
          </a:xfrm>
          <a:prstGeom prst="rect">
            <a:avLst/>
          </a:prstGeom>
        </p:spPr>
        <p:txBody>
          <a:bodyPr lIns="0" tIns="0" rIns="0" bIns="0">
            <a:normAutofit/>
          </a:bodyPr>
          <a:lstStyle/>
          <a:p>
            <a:endParaRPr lang="de-DE" sz="1969" b="0" strike="noStrike" spc="-1">
              <a:solidFill>
                <a:srgbClr val="404040"/>
              </a:solidFill>
              <a:latin typeface="Calibri"/>
            </a:endParaRPr>
          </a:p>
        </p:txBody>
      </p:sp>
      <p:sp>
        <p:nvSpPr>
          <p:cNvPr id="116" name="PlaceHolder 3"/>
          <p:cNvSpPr>
            <a:spLocks noGrp="1"/>
          </p:cNvSpPr>
          <p:nvPr>
            <p:ph type="body"/>
          </p:nvPr>
        </p:nvSpPr>
        <p:spPr>
          <a:xfrm>
            <a:off x="456983" y="3681788"/>
            <a:ext cx="8228925" cy="1896750"/>
          </a:xfrm>
          <a:prstGeom prst="rect">
            <a:avLst/>
          </a:prstGeom>
        </p:spPr>
        <p:txBody>
          <a:bodyPr lIns="0" tIns="0" rIns="0" bIns="0">
            <a:normAutofit/>
          </a:bodyPr>
          <a:lstStyle/>
          <a:p>
            <a:endParaRPr lang="de-DE" sz="1969" b="0" strike="noStrike" spc="-1">
              <a:solidFill>
                <a:srgbClr val="404040"/>
              </a:solidFill>
              <a:latin typeface="Calibri"/>
            </a:endParaRPr>
          </a:p>
        </p:txBody>
      </p:sp>
    </p:spTree>
    <p:extLst>
      <p:ext uri="{BB962C8B-B14F-4D97-AF65-F5344CB8AC3E}">
        <p14:creationId xmlns:p14="http://schemas.microsoft.com/office/powerpoint/2010/main" val="34369311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17" name="PlaceHolder 1"/>
          <p:cNvSpPr>
            <a:spLocks noGrp="1"/>
          </p:cNvSpPr>
          <p:nvPr>
            <p:ph type="title"/>
          </p:nvPr>
        </p:nvSpPr>
        <p:spPr>
          <a:xfrm>
            <a:off x="642938" y="1997329"/>
            <a:ext cx="7285950" cy="1377338"/>
          </a:xfrm>
          <a:prstGeom prst="rect">
            <a:avLst/>
          </a:prstGeom>
        </p:spPr>
        <p:txBody>
          <a:bodyPr lIns="0" tIns="0" rIns="0" bIns="0" anchor="ctr">
            <a:noAutofit/>
          </a:bodyPr>
          <a:lstStyle/>
          <a:p>
            <a:endParaRPr lang="de-DE" sz="1688" b="0" strike="noStrike" spc="-1">
              <a:solidFill>
                <a:srgbClr val="000000"/>
              </a:solidFill>
              <a:latin typeface="Calibri"/>
            </a:endParaRPr>
          </a:p>
        </p:txBody>
      </p:sp>
      <p:sp>
        <p:nvSpPr>
          <p:cNvPr id="118" name="PlaceHolder 2"/>
          <p:cNvSpPr>
            <a:spLocks noGrp="1"/>
          </p:cNvSpPr>
          <p:nvPr>
            <p:ph type="body"/>
          </p:nvPr>
        </p:nvSpPr>
        <p:spPr>
          <a:xfrm>
            <a:off x="456983" y="1604475"/>
            <a:ext cx="4015575" cy="1896750"/>
          </a:xfrm>
          <a:prstGeom prst="rect">
            <a:avLst/>
          </a:prstGeom>
        </p:spPr>
        <p:txBody>
          <a:bodyPr lIns="0" tIns="0" rIns="0" bIns="0">
            <a:normAutofit/>
          </a:bodyPr>
          <a:lstStyle/>
          <a:p>
            <a:endParaRPr lang="de-DE" sz="1969" b="0" strike="noStrike" spc="-1">
              <a:solidFill>
                <a:srgbClr val="404040"/>
              </a:solidFill>
              <a:latin typeface="Calibri"/>
            </a:endParaRPr>
          </a:p>
        </p:txBody>
      </p:sp>
      <p:sp>
        <p:nvSpPr>
          <p:cNvPr id="119" name="PlaceHolder 3"/>
          <p:cNvSpPr>
            <a:spLocks noGrp="1"/>
          </p:cNvSpPr>
          <p:nvPr>
            <p:ph type="body"/>
          </p:nvPr>
        </p:nvSpPr>
        <p:spPr>
          <a:xfrm>
            <a:off x="4673708" y="1604475"/>
            <a:ext cx="4015575" cy="1896750"/>
          </a:xfrm>
          <a:prstGeom prst="rect">
            <a:avLst/>
          </a:prstGeom>
        </p:spPr>
        <p:txBody>
          <a:bodyPr lIns="0" tIns="0" rIns="0" bIns="0">
            <a:normAutofit/>
          </a:bodyPr>
          <a:lstStyle/>
          <a:p>
            <a:endParaRPr lang="de-DE" sz="1969" b="0" strike="noStrike" spc="-1">
              <a:solidFill>
                <a:srgbClr val="404040"/>
              </a:solidFill>
              <a:latin typeface="Calibri"/>
            </a:endParaRPr>
          </a:p>
        </p:txBody>
      </p:sp>
      <p:sp>
        <p:nvSpPr>
          <p:cNvPr id="120" name="PlaceHolder 4"/>
          <p:cNvSpPr>
            <a:spLocks noGrp="1"/>
          </p:cNvSpPr>
          <p:nvPr>
            <p:ph type="body"/>
          </p:nvPr>
        </p:nvSpPr>
        <p:spPr>
          <a:xfrm>
            <a:off x="456983" y="3681788"/>
            <a:ext cx="4015575" cy="1896750"/>
          </a:xfrm>
          <a:prstGeom prst="rect">
            <a:avLst/>
          </a:prstGeom>
        </p:spPr>
        <p:txBody>
          <a:bodyPr lIns="0" tIns="0" rIns="0" bIns="0">
            <a:normAutofit/>
          </a:bodyPr>
          <a:lstStyle/>
          <a:p>
            <a:endParaRPr lang="de-DE" sz="1969" b="0" strike="noStrike" spc="-1">
              <a:solidFill>
                <a:srgbClr val="404040"/>
              </a:solidFill>
              <a:latin typeface="Calibri"/>
            </a:endParaRPr>
          </a:p>
        </p:txBody>
      </p:sp>
      <p:sp>
        <p:nvSpPr>
          <p:cNvPr id="121" name="PlaceHolder 5"/>
          <p:cNvSpPr>
            <a:spLocks noGrp="1"/>
          </p:cNvSpPr>
          <p:nvPr>
            <p:ph type="body"/>
          </p:nvPr>
        </p:nvSpPr>
        <p:spPr>
          <a:xfrm>
            <a:off x="4673708" y="3681788"/>
            <a:ext cx="4015575" cy="1896750"/>
          </a:xfrm>
          <a:prstGeom prst="rect">
            <a:avLst/>
          </a:prstGeom>
        </p:spPr>
        <p:txBody>
          <a:bodyPr lIns="0" tIns="0" rIns="0" bIns="0">
            <a:normAutofit/>
          </a:bodyPr>
          <a:lstStyle/>
          <a:p>
            <a:endParaRPr lang="de-DE" sz="1969" b="0" strike="noStrike" spc="-1">
              <a:solidFill>
                <a:srgbClr val="404040"/>
              </a:solidFill>
              <a:latin typeface="Calibri"/>
            </a:endParaRPr>
          </a:p>
        </p:txBody>
      </p:sp>
    </p:spTree>
    <p:extLst>
      <p:ext uri="{BB962C8B-B14F-4D97-AF65-F5344CB8AC3E}">
        <p14:creationId xmlns:p14="http://schemas.microsoft.com/office/powerpoint/2010/main" val="291213133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22" name="PlaceHolder 1"/>
          <p:cNvSpPr>
            <a:spLocks noGrp="1"/>
          </p:cNvSpPr>
          <p:nvPr>
            <p:ph type="title"/>
          </p:nvPr>
        </p:nvSpPr>
        <p:spPr>
          <a:xfrm>
            <a:off x="642938" y="1997329"/>
            <a:ext cx="7285950" cy="1377338"/>
          </a:xfrm>
          <a:prstGeom prst="rect">
            <a:avLst/>
          </a:prstGeom>
        </p:spPr>
        <p:txBody>
          <a:bodyPr lIns="0" tIns="0" rIns="0" bIns="0" anchor="ctr">
            <a:noAutofit/>
          </a:bodyPr>
          <a:lstStyle/>
          <a:p>
            <a:endParaRPr lang="de-DE" sz="1688" b="0" strike="noStrike" spc="-1">
              <a:solidFill>
                <a:srgbClr val="000000"/>
              </a:solidFill>
              <a:latin typeface="Calibri"/>
            </a:endParaRPr>
          </a:p>
        </p:txBody>
      </p:sp>
      <p:sp>
        <p:nvSpPr>
          <p:cNvPr id="123" name="PlaceHolder 2"/>
          <p:cNvSpPr>
            <a:spLocks noGrp="1"/>
          </p:cNvSpPr>
          <p:nvPr>
            <p:ph type="body"/>
          </p:nvPr>
        </p:nvSpPr>
        <p:spPr>
          <a:xfrm>
            <a:off x="456983" y="1604475"/>
            <a:ext cx="2649375" cy="1896750"/>
          </a:xfrm>
          <a:prstGeom prst="rect">
            <a:avLst/>
          </a:prstGeom>
        </p:spPr>
        <p:txBody>
          <a:bodyPr lIns="0" tIns="0" rIns="0" bIns="0">
            <a:normAutofit/>
          </a:bodyPr>
          <a:lstStyle/>
          <a:p>
            <a:endParaRPr lang="de-DE" sz="1969" b="0" strike="noStrike" spc="-1">
              <a:solidFill>
                <a:srgbClr val="404040"/>
              </a:solidFill>
              <a:latin typeface="Calibri"/>
            </a:endParaRPr>
          </a:p>
        </p:txBody>
      </p:sp>
      <p:sp>
        <p:nvSpPr>
          <p:cNvPr id="124" name="PlaceHolder 3"/>
          <p:cNvSpPr>
            <a:spLocks noGrp="1"/>
          </p:cNvSpPr>
          <p:nvPr>
            <p:ph type="body"/>
          </p:nvPr>
        </p:nvSpPr>
        <p:spPr>
          <a:xfrm>
            <a:off x="3239333" y="1604475"/>
            <a:ext cx="2649375" cy="1896750"/>
          </a:xfrm>
          <a:prstGeom prst="rect">
            <a:avLst/>
          </a:prstGeom>
        </p:spPr>
        <p:txBody>
          <a:bodyPr lIns="0" tIns="0" rIns="0" bIns="0">
            <a:normAutofit/>
          </a:bodyPr>
          <a:lstStyle/>
          <a:p>
            <a:endParaRPr lang="de-DE" sz="1969" b="0" strike="noStrike" spc="-1">
              <a:solidFill>
                <a:srgbClr val="404040"/>
              </a:solidFill>
              <a:latin typeface="Calibri"/>
            </a:endParaRPr>
          </a:p>
        </p:txBody>
      </p:sp>
      <p:sp>
        <p:nvSpPr>
          <p:cNvPr id="125" name="PlaceHolder 4"/>
          <p:cNvSpPr>
            <a:spLocks noGrp="1"/>
          </p:cNvSpPr>
          <p:nvPr>
            <p:ph type="body"/>
          </p:nvPr>
        </p:nvSpPr>
        <p:spPr>
          <a:xfrm>
            <a:off x="6021338" y="1604475"/>
            <a:ext cx="2649375" cy="1896750"/>
          </a:xfrm>
          <a:prstGeom prst="rect">
            <a:avLst/>
          </a:prstGeom>
        </p:spPr>
        <p:txBody>
          <a:bodyPr lIns="0" tIns="0" rIns="0" bIns="0">
            <a:normAutofit/>
          </a:bodyPr>
          <a:lstStyle/>
          <a:p>
            <a:endParaRPr lang="de-DE" sz="1969" b="0" strike="noStrike" spc="-1">
              <a:solidFill>
                <a:srgbClr val="404040"/>
              </a:solidFill>
              <a:latin typeface="Calibri"/>
            </a:endParaRPr>
          </a:p>
        </p:txBody>
      </p:sp>
      <p:sp>
        <p:nvSpPr>
          <p:cNvPr id="126" name="PlaceHolder 5"/>
          <p:cNvSpPr>
            <a:spLocks noGrp="1"/>
          </p:cNvSpPr>
          <p:nvPr>
            <p:ph type="body"/>
          </p:nvPr>
        </p:nvSpPr>
        <p:spPr>
          <a:xfrm>
            <a:off x="456983" y="3681788"/>
            <a:ext cx="2649375" cy="1896750"/>
          </a:xfrm>
          <a:prstGeom prst="rect">
            <a:avLst/>
          </a:prstGeom>
        </p:spPr>
        <p:txBody>
          <a:bodyPr lIns="0" tIns="0" rIns="0" bIns="0">
            <a:normAutofit/>
          </a:bodyPr>
          <a:lstStyle/>
          <a:p>
            <a:endParaRPr lang="de-DE" sz="1969" b="0" strike="noStrike" spc="-1">
              <a:solidFill>
                <a:srgbClr val="404040"/>
              </a:solidFill>
              <a:latin typeface="Calibri"/>
            </a:endParaRPr>
          </a:p>
        </p:txBody>
      </p:sp>
      <p:sp>
        <p:nvSpPr>
          <p:cNvPr id="127" name="PlaceHolder 6"/>
          <p:cNvSpPr>
            <a:spLocks noGrp="1"/>
          </p:cNvSpPr>
          <p:nvPr>
            <p:ph type="body"/>
          </p:nvPr>
        </p:nvSpPr>
        <p:spPr>
          <a:xfrm>
            <a:off x="3239333" y="3681788"/>
            <a:ext cx="2649375" cy="1896750"/>
          </a:xfrm>
          <a:prstGeom prst="rect">
            <a:avLst/>
          </a:prstGeom>
        </p:spPr>
        <p:txBody>
          <a:bodyPr lIns="0" tIns="0" rIns="0" bIns="0">
            <a:normAutofit/>
          </a:bodyPr>
          <a:lstStyle/>
          <a:p>
            <a:endParaRPr lang="de-DE" sz="1969" b="0" strike="noStrike" spc="-1">
              <a:solidFill>
                <a:srgbClr val="404040"/>
              </a:solidFill>
              <a:latin typeface="Calibri"/>
            </a:endParaRPr>
          </a:p>
        </p:txBody>
      </p:sp>
      <p:sp>
        <p:nvSpPr>
          <p:cNvPr id="128" name="PlaceHolder 7"/>
          <p:cNvSpPr>
            <a:spLocks noGrp="1"/>
          </p:cNvSpPr>
          <p:nvPr>
            <p:ph type="body"/>
          </p:nvPr>
        </p:nvSpPr>
        <p:spPr>
          <a:xfrm>
            <a:off x="6021338" y="3681788"/>
            <a:ext cx="2649375" cy="1896750"/>
          </a:xfrm>
          <a:prstGeom prst="rect">
            <a:avLst/>
          </a:prstGeom>
        </p:spPr>
        <p:txBody>
          <a:bodyPr lIns="0" tIns="0" rIns="0" bIns="0">
            <a:normAutofit/>
          </a:bodyPr>
          <a:lstStyle/>
          <a:p>
            <a:endParaRPr lang="de-DE" sz="1969" b="0" strike="noStrike" spc="-1">
              <a:solidFill>
                <a:srgbClr val="404040"/>
              </a:solidFill>
              <a:latin typeface="Calibri"/>
            </a:endParaRPr>
          </a:p>
        </p:txBody>
      </p:sp>
    </p:spTree>
    <p:extLst>
      <p:ext uri="{BB962C8B-B14F-4D97-AF65-F5344CB8AC3E}">
        <p14:creationId xmlns:p14="http://schemas.microsoft.com/office/powerpoint/2010/main" val="217438293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69244534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37" name="PlaceHolder 1"/>
          <p:cNvSpPr>
            <a:spLocks noGrp="1"/>
          </p:cNvSpPr>
          <p:nvPr>
            <p:ph type="title"/>
          </p:nvPr>
        </p:nvSpPr>
        <p:spPr>
          <a:xfrm>
            <a:off x="642938" y="1997329"/>
            <a:ext cx="7285950" cy="1377338"/>
          </a:xfrm>
          <a:prstGeom prst="rect">
            <a:avLst/>
          </a:prstGeom>
        </p:spPr>
        <p:txBody>
          <a:bodyPr lIns="0" tIns="0" rIns="0" bIns="0" anchor="ctr">
            <a:noAutofit/>
          </a:bodyPr>
          <a:lstStyle/>
          <a:p>
            <a:endParaRPr lang="de-DE" sz="1688" b="0" strike="noStrike" spc="-1">
              <a:solidFill>
                <a:srgbClr val="000000"/>
              </a:solidFill>
              <a:latin typeface="Calibri"/>
            </a:endParaRPr>
          </a:p>
        </p:txBody>
      </p:sp>
      <p:sp>
        <p:nvSpPr>
          <p:cNvPr id="138" name="PlaceHolder 2"/>
          <p:cNvSpPr>
            <a:spLocks noGrp="1"/>
          </p:cNvSpPr>
          <p:nvPr>
            <p:ph type="subTitle"/>
          </p:nvPr>
        </p:nvSpPr>
        <p:spPr>
          <a:xfrm>
            <a:off x="456983" y="1604475"/>
            <a:ext cx="8228925" cy="3977100"/>
          </a:xfrm>
          <a:prstGeom prst="rect">
            <a:avLst/>
          </a:prstGeom>
        </p:spPr>
        <p:txBody>
          <a:bodyPr lIns="0" tIns="0" rIns="0" bIns="0" anchor="ctr">
            <a:noAutofit/>
          </a:bodyPr>
          <a:lstStyle/>
          <a:p>
            <a:pPr algn="ctr"/>
            <a:endParaRPr lang="de-DE" sz="3000" b="0" strike="noStrike" spc="-1">
              <a:latin typeface="Arial"/>
            </a:endParaRPr>
          </a:p>
        </p:txBody>
      </p:sp>
    </p:spTree>
    <p:extLst>
      <p:ext uri="{BB962C8B-B14F-4D97-AF65-F5344CB8AC3E}">
        <p14:creationId xmlns:p14="http://schemas.microsoft.com/office/powerpoint/2010/main" val="216726139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39" name="PlaceHolder 1"/>
          <p:cNvSpPr>
            <a:spLocks noGrp="1"/>
          </p:cNvSpPr>
          <p:nvPr>
            <p:ph type="title"/>
          </p:nvPr>
        </p:nvSpPr>
        <p:spPr>
          <a:xfrm>
            <a:off x="642938" y="1997329"/>
            <a:ext cx="7285950" cy="1377338"/>
          </a:xfrm>
          <a:prstGeom prst="rect">
            <a:avLst/>
          </a:prstGeom>
        </p:spPr>
        <p:txBody>
          <a:bodyPr lIns="0" tIns="0" rIns="0" bIns="0" anchor="ctr">
            <a:noAutofit/>
          </a:bodyPr>
          <a:lstStyle/>
          <a:p>
            <a:endParaRPr lang="de-DE" sz="1688" b="0" strike="noStrike" spc="-1">
              <a:solidFill>
                <a:srgbClr val="000000"/>
              </a:solidFill>
              <a:latin typeface="Calibri"/>
            </a:endParaRPr>
          </a:p>
        </p:txBody>
      </p:sp>
      <p:sp>
        <p:nvSpPr>
          <p:cNvPr id="140" name="PlaceHolder 2"/>
          <p:cNvSpPr>
            <a:spLocks noGrp="1"/>
          </p:cNvSpPr>
          <p:nvPr>
            <p:ph type="body"/>
          </p:nvPr>
        </p:nvSpPr>
        <p:spPr>
          <a:xfrm>
            <a:off x="456983" y="1604475"/>
            <a:ext cx="8228925" cy="3977100"/>
          </a:xfrm>
          <a:prstGeom prst="rect">
            <a:avLst/>
          </a:prstGeom>
        </p:spPr>
        <p:txBody>
          <a:bodyPr lIns="0" tIns="0" rIns="0" bIns="0">
            <a:normAutofit/>
          </a:bodyPr>
          <a:lstStyle/>
          <a:p>
            <a:endParaRPr lang="de-DE" sz="1969" b="0" strike="noStrike" spc="-1">
              <a:solidFill>
                <a:srgbClr val="404040"/>
              </a:solidFill>
              <a:latin typeface="Calibri"/>
            </a:endParaRPr>
          </a:p>
        </p:txBody>
      </p:sp>
    </p:spTree>
    <p:extLst>
      <p:ext uri="{BB962C8B-B14F-4D97-AF65-F5344CB8AC3E}">
        <p14:creationId xmlns:p14="http://schemas.microsoft.com/office/powerpoint/2010/main" val="206097409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41" name="PlaceHolder 1"/>
          <p:cNvSpPr>
            <a:spLocks noGrp="1"/>
          </p:cNvSpPr>
          <p:nvPr>
            <p:ph type="title"/>
          </p:nvPr>
        </p:nvSpPr>
        <p:spPr>
          <a:xfrm>
            <a:off x="642938" y="1997329"/>
            <a:ext cx="7285950" cy="1377338"/>
          </a:xfrm>
          <a:prstGeom prst="rect">
            <a:avLst/>
          </a:prstGeom>
        </p:spPr>
        <p:txBody>
          <a:bodyPr lIns="0" tIns="0" rIns="0" bIns="0" anchor="ctr">
            <a:noAutofit/>
          </a:bodyPr>
          <a:lstStyle/>
          <a:p>
            <a:endParaRPr lang="de-DE" sz="1688" b="0" strike="noStrike" spc="-1">
              <a:solidFill>
                <a:srgbClr val="000000"/>
              </a:solidFill>
              <a:latin typeface="Calibri"/>
            </a:endParaRPr>
          </a:p>
        </p:txBody>
      </p:sp>
      <p:sp>
        <p:nvSpPr>
          <p:cNvPr id="142" name="PlaceHolder 2"/>
          <p:cNvSpPr>
            <a:spLocks noGrp="1"/>
          </p:cNvSpPr>
          <p:nvPr>
            <p:ph type="body"/>
          </p:nvPr>
        </p:nvSpPr>
        <p:spPr>
          <a:xfrm>
            <a:off x="456983" y="1604475"/>
            <a:ext cx="4015575" cy="3977100"/>
          </a:xfrm>
          <a:prstGeom prst="rect">
            <a:avLst/>
          </a:prstGeom>
        </p:spPr>
        <p:txBody>
          <a:bodyPr lIns="0" tIns="0" rIns="0" bIns="0">
            <a:normAutofit/>
          </a:bodyPr>
          <a:lstStyle/>
          <a:p>
            <a:endParaRPr lang="de-DE" sz="1969" b="0" strike="noStrike" spc="-1">
              <a:solidFill>
                <a:srgbClr val="404040"/>
              </a:solidFill>
              <a:latin typeface="Calibri"/>
            </a:endParaRPr>
          </a:p>
        </p:txBody>
      </p:sp>
      <p:sp>
        <p:nvSpPr>
          <p:cNvPr id="143" name="PlaceHolder 3"/>
          <p:cNvSpPr>
            <a:spLocks noGrp="1"/>
          </p:cNvSpPr>
          <p:nvPr>
            <p:ph type="body"/>
          </p:nvPr>
        </p:nvSpPr>
        <p:spPr>
          <a:xfrm>
            <a:off x="4673708" y="1604475"/>
            <a:ext cx="4015575" cy="3977100"/>
          </a:xfrm>
          <a:prstGeom prst="rect">
            <a:avLst/>
          </a:prstGeom>
        </p:spPr>
        <p:txBody>
          <a:bodyPr lIns="0" tIns="0" rIns="0" bIns="0">
            <a:normAutofit/>
          </a:bodyPr>
          <a:lstStyle/>
          <a:p>
            <a:endParaRPr lang="de-DE" sz="1969" b="0" strike="noStrike" spc="-1">
              <a:solidFill>
                <a:srgbClr val="404040"/>
              </a:solidFill>
              <a:latin typeface="Calibri"/>
            </a:endParaRPr>
          </a:p>
        </p:txBody>
      </p:sp>
    </p:spTree>
    <p:extLst>
      <p:ext uri="{BB962C8B-B14F-4D97-AF65-F5344CB8AC3E}">
        <p14:creationId xmlns:p14="http://schemas.microsoft.com/office/powerpoint/2010/main" val="213272706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44" name="PlaceHolder 1"/>
          <p:cNvSpPr>
            <a:spLocks noGrp="1"/>
          </p:cNvSpPr>
          <p:nvPr>
            <p:ph type="title"/>
          </p:nvPr>
        </p:nvSpPr>
        <p:spPr>
          <a:xfrm>
            <a:off x="642938" y="1997329"/>
            <a:ext cx="7285950" cy="1377338"/>
          </a:xfrm>
          <a:prstGeom prst="rect">
            <a:avLst/>
          </a:prstGeom>
        </p:spPr>
        <p:txBody>
          <a:bodyPr lIns="0" tIns="0" rIns="0" bIns="0" anchor="ctr">
            <a:noAutofit/>
          </a:bodyPr>
          <a:lstStyle/>
          <a:p>
            <a:endParaRPr lang="de-DE" sz="1688" b="0" strike="noStrike" spc="-1">
              <a:solidFill>
                <a:srgbClr val="000000"/>
              </a:solidFill>
              <a:latin typeface="Calibri"/>
            </a:endParaRPr>
          </a:p>
        </p:txBody>
      </p:sp>
    </p:spTree>
    <p:extLst>
      <p:ext uri="{BB962C8B-B14F-4D97-AF65-F5344CB8AC3E}">
        <p14:creationId xmlns:p14="http://schemas.microsoft.com/office/powerpoint/2010/main" val="392177498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45" name="PlaceHolder 1"/>
          <p:cNvSpPr>
            <a:spLocks noGrp="1"/>
          </p:cNvSpPr>
          <p:nvPr>
            <p:ph type="subTitle"/>
          </p:nvPr>
        </p:nvSpPr>
        <p:spPr>
          <a:xfrm>
            <a:off x="642938" y="1997329"/>
            <a:ext cx="7285950" cy="6385838"/>
          </a:xfrm>
          <a:prstGeom prst="rect">
            <a:avLst/>
          </a:prstGeom>
        </p:spPr>
        <p:txBody>
          <a:bodyPr lIns="0" tIns="0" rIns="0" bIns="0" anchor="ctr">
            <a:noAutofit/>
          </a:bodyPr>
          <a:lstStyle/>
          <a:p>
            <a:pPr algn="ctr"/>
            <a:endParaRPr lang="de-DE" sz="3000" b="0" strike="noStrike" spc="-1">
              <a:latin typeface="Arial"/>
            </a:endParaRPr>
          </a:p>
        </p:txBody>
      </p:sp>
    </p:spTree>
    <p:extLst>
      <p:ext uri="{BB962C8B-B14F-4D97-AF65-F5344CB8AC3E}">
        <p14:creationId xmlns:p14="http://schemas.microsoft.com/office/powerpoint/2010/main" val="399885949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46" name="PlaceHolder 1"/>
          <p:cNvSpPr>
            <a:spLocks noGrp="1"/>
          </p:cNvSpPr>
          <p:nvPr>
            <p:ph type="title"/>
          </p:nvPr>
        </p:nvSpPr>
        <p:spPr>
          <a:xfrm>
            <a:off x="642938" y="1997329"/>
            <a:ext cx="7285950" cy="1377338"/>
          </a:xfrm>
          <a:prstGeom prst="rect">
            <a:avLst/>
          </a:prstGeom>
        </p:spPr>
        <p:txBody>
          <a:bodyPr lIns="0" tIns="0" rIns="0" bIns="0" anchor="ctr">
            <a:noAutofit/>
          </a:bodyPr>
          <a:lstStyle/>
          <a:p>
            <a:endParaRPr lang="de-DE" sz="1688" b="0" strike="noStrike" spc="-1">
              <a:solidFill>
                <a:srgbClr val="000000"/>
              </a:solidFill>
              <a:latin typeface="Calibri"/>
            </a:endParaRPr>
          </a:p>
        </p:txBody>
      </p:sp>
      <p:sp>
        <p:nvSpPr>
          <p:cNvPr id="147" name="PlaceHolder 2"/>
          <p:cNvSpPr>
            <a:spLocks noGrp="1"/>
          </p:cNvSpPr>
          <p:nvPr>
            <p:ph type="body"/>
          </p:nvPr>
        </p:nvSpPr>
        <p:spPr>
          <a:xfrm>
            <a:off x="456983" y="1604475"/>
            <a:ext cx="4015575" cy="1896750"/>
          </a:xfrm>
          <a:prstGeom prst="rect">
            <a:avLst/>
          </a:prstGeom>
        </p:spPr>
        <p:txBody>
          <a:bodyPr lIns="0" tIns="0" rIns="0" bIns="0">
            <a:normAutofit/>
          </a:bodyPr>
          <a:lstStyle/>
          <a:p>
            <a:endParaRPr lang="de-DE" sz="1969" b="0" strike="noStrike" spc="-1">
              <a:solidFill>
                <a:srgbClr val="404040"/>
              </a:solidFill>
              <a:latin typeface="Calibri"/>
            </a:endParaRPr>
          </a:p>
        </p:txBody>
      </p:sp>
      <p:sp>
        <p:nvSpPr>
          <p:cNvPr id="148" name="PlaceHolder 3"/>
          <p:cNvSpPr>
            <a:spLocks noGrp="1"/>
          </p:cNvSpPr>
          <p:nvPr>
            <p:ph type="body"/>
          </p:nvPr>
        </p:nvSpPr>
        <p:spPr>
          <a:xfrm>
            <a:off x="4673708" y="1604475"/>
            <a:ext cx="4015575" cy="3977100"/>
          </a:xfrm>
          <a:prstGeom prst="rect">
            <a:avLst/>
          </a:prstGeom>
        </p:spPr>
        <p:txBody>
          <a:bodyPr lIns="0" tIns="0" rIns="0" bIns="0">
            <a:normAutofit/>
          </a:bodyPr>
          <a:lstStyle/>
          <a:p>
            <a:endParaRPr lang="de-DE" sz="1969" b="0" strike="noStrike" spc="-1">
              <a:solidFill>
                <a:srgbClr val="404040"/>
              </a:solidFill>
              <a:latin typeface="Calibri"/>
            </a:endParaRPr>
          </a:p>
        </p:txBody>
      </p:sp>
      <p:sp>
        <p:nvSpPr>
          <p:cNvPr id="149" name="PlaceHolder 4"/>
          <p:cNvSpPr>
            <a:spLocks noGrp="1"/>
          </p:cNvSpPr>
          <p:nvPr>
            <p:ph type="body"/>
          </p:nvPr>
        </p:nvSpPr>
        <p:spPr>
          <a:xfrm>
            <a:off x="456983" y="3681788"/>
            <a:ext cx="4015575" cy="1896750"/>
          </a:xfrm>
          <a:prstGeom prst="rect">
            <a:avLst/>
          </a:prstGeom>
        </p:spPr>
        <p:txBody>
          <a:bodyPr lIns="0" tIns="0" rIns="0" bIns="0">
            <a:normAutofit/>
          </a:bodyPr>
          <a:lstStyle/>
          <a:p>
            <a:endParaRPr lang="de-DE" sz="1969" b="0" strike="noStrike" spc="-1">
              <a:solidFill>
                <a:srgbClr val="404040"/>
              </a:solidFill>
              <a:latin typeface="Calibri"/>
            </a:endParaRPr>
          </a:p>
        </p:txBody>
      </p:sp>
    </p:spTree>
    <p:extLst>
      <p:ext uri="{BB962C8B-B14F-4D97-AF65-F5344CB8AC3E}">
        <p14:creationId xmlns:p14="http://schemas.microsoft.com/office/powerpoint/2010/main" val="228008018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50" name="PlaceHolder 1"/>
          <p:cNvSpPr>
            <a:spLocks noGrp="1"/>
          </p:cNvSpPr>
          <p:nvPr>
            <p:ph type="title"/>
          </p:nvPr>
        </p:nvSpPr>
        <p:spPr>
          <a:xfrm>
            <a:off x="642938" y="1997329"/>
            <a:ext cx="7285950" cy="1377338"/>
          </a:xfrm>
          <a:prstGeom prst="rect">
            <a:avLst/>
          </a:prstGeom>
        </p:spPr>
        <p:txBody>
          <a:bodyPr lIns="0" tIns="0" rIns="0" bIns="0" anchor="ctr">
            <a:noAutofit/>
          </a:bodyPr>
          <a:lstStyle/>
          <a:p>
            <a:endParaRPr lang="de-DE" sz="1688" b="0" strike="noStrike" spc="-1">
              <a:solidFill>
                <a:srgbClr val="000000"/>
              </a:solidFill>
              <a:latin typeface="Calibri"/>
            </a:endParaRPr>
          </a:p>
        </p:txBody>
      </p:sp>
      <p:sp>
        <p:nvSpPr>
          <p:cNvPr id="151" name="PlaceHolder 2"/>
          <p:cNvSpPr>
            <a:spLocks noGrp="1"/>
          </p:cNvSpPr>
          <p:nvPr>
            <p:ph type="body"/>
          </p:nvPr>
        </p:nvSpPr>
        <p:spPr>
          <a:xfrm>
            <a:off x="456983" y="1604475"/>
            <a:ext cx="4015575" cy="3977100"/>
          </a:xfrm>
          <a:prstGeom prst="rect">
            <a:avLst/>
          </a:prstGeom>
        </p:spPr>
        <p:txBody>
          <a:bodyPr lIns="0" tIns="0" rIns="0" bIns="0">
            <a:normAutofit/>
          </a:bodyPr>
          <a:lstStyle/>
          <a:p>
            <a:endParaRPr lang="de-DE" sz="1969" b="0" strike="noStrike" spc="-1">
              <a:solidFill>
                <a:srgbClr val="404040"/>
              </a:solidFill>
              <a:latin typeface="Calibri"/>
            </a:endParaRPr>
          </a:p>
        </p:txBody>
      </p:sp>
      <p:sp>
        <p:nvSpPr>
          <p:cNvPr id="152" name="PlaceHolder 3"/>
          <p:cNvSpPr>
            <a:spLocks noGrp="1"/>
          </p:cNvSpPr>
          <p:nvPr>
            <p:ph type="body"/>
          </p:nvPr>
        </p:nvSpPr>
        <p:spPr>
          <a:xfrm>
            <a:off x="4673708" y="1604475"/>
            <a:ext cx="4015575" cy="1896750"/>
          </a:xfrm>
          <a:prstGeom prst="rect">
            <a:avLst/>
          </a:prstGeom>
        </p:spPr>
        <p:txBody>
          <a:bodyPr lIns="0" tIns="0" rIns="0" bIns="0">
            <a:normAutofit/>
          </a:bodyPr>
          <a:lstStyle/>
          <a:p>
            <a:endParaRPr lang="de-DE" sz="1969" b="0" strike="noStrike" spc="-1">
              <a:solidFill>
                <a:srgbClr val="404040"/>
              </a:solidFill>
              <a:latin typeface="Calibri"/>
            </a:endParaRPr>
          </a:p>
        </p:txBody>
      </p:sp>
      <p:sp>
        <p:nvSpPr>
          <p:cNvPr id="153" name="PlaceHolder 4"/>
          <p:cNvSpPr>
            <a:spLocks noGrp="1"/>
          </p:cNvSpPr>
          <p:nvPr>
            <p:ph type="body"/>
          </p:nvPr>
        </p:nvSpPr>
        <p:spPr>
          <a:xfrm>
            <a:off x="4673708" y="3681788"/>
            <a:ext cx="4015575" cy="1896750"/>
          </a:xfrm>
          <a:prstGeom prst="rect">
            <a:avLst/>
          </a:prstGeom>
        </p:spPr>
        <p:txBody>
          <a:bodyPr lIns="0" tIns="0" rIns="0" bIns="0">
            <a:normAutofit/>
          </a:bodyPr>
          <a:lstStyle/>
          <a:p>
            <a:endParaRPr lang="de-DE" sz="1969" b="0" strike="noStrike" spc="-1">
              <a:solidFill>
                <a:srgbClr val="404040"/>
              </a:solidFill>
              <a:latin typeface="Calibri"/>
            </a:endParaRPr>
          </a:p>
        </p:txBody>
      </p:sp>
    </p:spTree>
    <p:extLst>
      <p:ext uri="{BB962C8B-B14F-4D97-AF65-F5344CB8AC3E}">
        <p14:creationId xmlns:p14="http://schemas.microsoft.com/office/powerpoint/2010/main" val="234542582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54" name="PlaceHolder 1"/>
          <p:cNvSpPr>
            <a:spLocks noGrp="1"/>
          </p:cNvSpPr>
          <p:nvPr>
            <p:ph type="title"/>
          </p:nvPr>
        </p:nvSpPr>
        <p:spPr>
          <a:xfrm>
            <a:off x="642938" y="1997329"/>
            <a:ext cx="7285950" cy="1377338"/>
          </a:xfrm>
          <a:prstGeom prst="rect">
            <a:avLst/>
          </a:prstGeom>
        </p:spPr>
        <p:txBody>
          <a:bodyPr lIns="0" tIns="0" rIns="0" bIns="0" anchor="ctr">
            <a:noAutofit/>
          </a:bodyPr>
          <a:lstStyle/>
          <a:p>
            <a:endParaRPr lang="de-DE" sz="1688" b="0" strike="noStrike" spc="-1">
              <a:solidFill>
                <a:srgbClr val="000000"/>
              </a:solidFill>
              <a:latin typeface="Calibri"/>
            </a:endParaRPr>
          </a:p>
        </p:txBody>
      </p:sp>
      <p:sp>
        <p:nvSpPr>
          <p:cNvPr id="155" name="PlaceHolder 2"/>
          <p:cNvSpPr>
            <a:spLocks noGrp="1"/>
          </p:cNvSpPr>
          <p:nvPr>
            <p:ph type="body"/>
          </p:nvPr>
        </p:nvSpPr>
        <p:spPr>
          <a:xfrm>
            <a:off x="456983" y="1604475"/>
            <a:ext cx="4015575" cy="1896750"/>
          </a:xfrm>
          <a:prstGeom prst="rect">
            <a:avLst/>
          </a:prstGeom>
        </p:spPr>
        <p:txBody>
          <a:bodyPr lIns="0" tIns="0" rIns="0" bIns="0">
            <a:normAutofit/>
          </a:bodyPr>
          <a:lstStyle/>
          <a:p>
            <a:endParaRPr lang="de-DE" sz="1969" b="0" strike="noStrike" spc="-1">
              <a:solidFill>
                <a:srgbClr val="404040"/>
              </a:solidFill>
              <a:latin typeface="Calibri"/>
            </a:endParaRPr>
          </a:p>
        </p:txBody>
      </p:sp>
      <p:sp>
        <p:nvSpPr>
          <p:cNvPr id="156" name="PlaceHolder 3"/>
          <p:cNvSpPr>
            <a:spLocks noGrp="1"/>
          </p:cNvSpPr>
          <p:nvPr>
            <p:ph type="body"/>
          </p:nvPr>
        </p:nvSpPr>
        <p:spPr>
          <a:xfrm>
            <a:off x="4673708" y="1604475"/>
            <a:ext cx="4015575" cy="1896750"/>
          </a:xfrm>
          <a:prstGeom prst="rect">
            <a:avLst/>
          </a:prstGeom>
        </p:spPr>
        <p:txBody>
          <a:bodyPr lIns="0" tIns="0" rIns="0" bIns="0">
            <a:normAutofit/>
          </a:bodyPr>
          <a:lstStyle/>
          <a:p>
            <a:endParaRPr lang="de-DE" sz="1969" b="0" strike="noStrike" spc="-1">
              <a:solidFill>
                <a:srgbClr val="404040"/>
              </a:solidFill>
              <a:latin typeface="Calibri"/>
            </a:endParaRPr>
          </a:p>
        </p:txBody>
      </p:sp>
      <p:sp>
        <p:nvSpPr>
          <p:cNvPr id="157" name="PlaceHolder 4"/>
          <p:cNvSpPr>
            <a:spLocks noGrp="1"/>
          </p:cNvSpPr>
          <p:nvPr>
            <p:ph type="body"/>
          </p:nvPr>
        </p:nvSpPr>
        <p:spPr>
          <a:xfrm>
            <a:off x="456983" y="3681788"/>
            <a:ext cx="8228925" cy="1896750"/>
          </a:xfrm>
          <a:prstGeom prst="rect">
            <a:avLst/>
          </a:prstGeom>
        </p:spPr>
        <p:txBody>
          <a:bodyPr lIns="0" tIns="0" rIns="0" bIns="0">
            <a:normAutofit/>
          </a:bodyPr>
          <a:lstStyle/>
          <a:p>
            <a:endParaRPr lang="de-DE" sz="1969" b="0" strike="noStrike" spc="-1">
              <a:solidFill>
                <a:srgbClr val="404040"/>
              </a:solidFill>
              <a:latin typeface="Calibri"/>
            </a:endParaRPr>
          </a:p>
        </p:txBody>
      </p:sp>
    </p:spTree>
    <p:extLst>
      <p:ext uri="{BB962C8B-B14F-4D97-AF65-F5344CB8AC3E}">
        <p14:creationId xmlns:p14="http://schemas.microsoft.com/office/powerpoint/2010/main" val="252108474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58" name="PlaceHolder 1"/>
          <p:cNvSpPr>
            <a:spLocks noGrp="1"/>
          </p:cNvSpPr>
          <p:nvPr>
            <p:ph type="title"/>
          </p:nvPr>
        </p:nvSpPr>
        <p:spPr>
          <a:xfrm>
            <a:off x="642938" y="1997329"/>
            <a:ext cx="7285950" cy="1377338"/>
          </a:xfrm>
          <a:prstGeom prst="rect">
            <a:avLst/>
          </a:prstGeom>
        </p:spPr>
        <p:txBody>
          <a:bodyPr lIns="0" tIns="0" rIns="0" bIns="0" anchor="ctr">
            <a:noAutofit/>
          </a:bodyPr>
          <a:lstStyle/>
          <a:p>
            <a:endParaRPr lang="de-DE" sz="1688" b="0" strike="noStrike" spc="-1">
              <a:solidFill>
                <a:srgbClr val="000000"/>
              </a:solidFill>
              <a:latin typeface="Calibri"/>
            </a:endParaRPr>
          </a:p>
        </p:txBody>
      </p:sp>
      <p:sp>
        <p:nvSpPr>
          <p:cNvPr id="159" name="PlaceHolder 2"/>
          <p:cNvSpPr>
            <a:spLocks noGrp="1"/>
          </p:cNvSpPr>
          <p:nvPr>
            <p:ph type="body"/>
          </p:nvPr>
        </p:nvSpPr>
        <p:spPr>
          <a:xfrm>
            <a:off x="456983" y="1604475"/>
            <a:ext cx="8228925" cy="1896750"/>
          </a:xfrm>
          <a:prstGeom prst="rect">
            <a:avLst/>
          </a:prstGeom>
        </p:spPr>
        <p:txBody>
          <a:bodyPr lIns="0" tIns="0" rIns="0" bIns="0">
            <a:normAutofit/>
          </a:bodyPr>
          <a:lstStyle/>
          <a:p>
            <a:endParaRPr lang="de-DE" sz="1969" b="0" strike="noStrike" spc="-1">
              <a:solidFill>
                <a:srgbClr val="404040"/>
              </a:solidFill>
              <a:latin typeface="Calibri"/>
            </a:endParaRPr>
          </a:p>
        </p:txBody>
      </p:sp>
      <p:sp>
        <p:nvSpPr>
          <p:cNvPr id="160" name="PlaceHolder 3"/>
          <p:cNvSpPr>
            <a:spLocks noGrp="1"/>
          </p:cNvSpPr>
          <p:nvPr>
            <p:ph type="body"/>
          </p:nvPr>
        </p:nvSpPr>
        <p:spPr>
          <a:xfrm>
            <a:off x="456983" y="3681788"/>
            <a:ext cx="8228925" cy="1896750"/>
          </a:xfrm>
          <a:prstGeom prst="rect">
            <a:avLst/>
          </a:prstGeom>
        </p:spPr>
        <p:txBody>
          <a:bodyPr lIns="0" tIns="0" rIns="0" bIns="0">
            <a:normAutofit/>
          </a:bodyPr>
          <a:lstStyle/>
          <a:p>
            <a:endParaRPr lang="de-DE" sz="1969" b="0" strike="noStrike" spc="-1">
              <a:solidFill>
                <a:srgbClr val="404040"/>
              </a:solidFill>
              <a:latin typeface="Calibri"/>
            </a:endParaRPr>
          </a:p>
        </p:txBody>
      </p:sp>
    </p:spTree>
    <p:extLst>
      <p:ext uri="{BB962C8B-B14F-4D97-AF65-F5344CB8AC3E}">
        <p14:creationId xmlns:p14="http://schemas.microsoft.com/office/powerpoint/2010/main" val="75720166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61" name="PlaceHolder 1"/>
          <p:cNvSpPr>
            <a:spLocks noGrp="1"/>
          </p:cNvSpPr>
          <p:nvPr>
            <p:ph type="title"/>
          </p:nvPr>
        </p:nvSpPr>
        <p:spPr>
          <a:xfrm>
            <a:off x="642938" y="1997329"/>
            <a:ext cx="7285950" cy="1377338"/>
          </a:xfrm>
          <a:prstGeom prst="rect">
            <a:avLst/>
          </a:prstGeom>
        </p:spPr>
        <p:txBody>
          <a:bodyPr lIns="0" tIns="0" rIns="0" bIns="0" anchor="ctr">
            <a:noAutofit/>
          </a:bodyPr>
          <a:lstStyle/>
          <a:p>
            <a:endParaRPr lang="de-DE" sz="1688" b="0" strike="noStrike" spc="-1">
              <a:solidFill>
                <a:srgbClr val="000000"/>
              </a:solidFill>
              <a:latin typeface="Calibri"/>
            </a:endParaRPr>
          </a:p>
        </p:txBody>
      </p:sp>
      <p:sp>
        <p:nvSpPr>
          <p:cNvPr id="162" name="PlaceHolder 2"/>
          <p:cNvSpPr>
            <a:spLocks noGrp="1"/>
          </p:cNvSpPr>
          <p:nvPr>
            <p:ph type="body"/>
          </p:nvPr>
        </p:nvSpPr>
        <p:spPr>
          <a:xfrm>
            <a:off x="456983" y="1604475"/>
            <a:ext cx="4015575" cy="1896750"/>
          </a:xfrm>
          <a:prstGeom prst="rect">
            <a:avLst/>
          </a:prstGeom>
        </p:spPr>
        <p:txBody>
          <a:bodyPr lIns="0" tIns="0" rIns="0" bIns="0">
            <a:normAutofit/>
          </a:bodyPr>
          <a:lstStyle/>
          <a:p>
            <a:endParaRPr lang="de-DE" sz="1969" b="0" strike="noStrike" spc="-1">
              <a:solidFill>
                <a:srgbClr val="404040"/>
              </a:solidFill>
              <a:latin typeface="Calibri"/>
            </a:endParaRPr>
          </a:p>
        </p:txBody>
      </p:sp>
      <p:sp>
        <p:nvSpPr>
          <p:cNvPr id="163" name="PlaceHolder 3"/>
          <p:cNvSpPr>
            <a:spLocks noGrp="1"/>
          </p:cNvSpPr>
          <p:nvPr>
            <p:ph type="body"/>
          </p:nvPr>
        </p:nvSpPr>
        <p:spPr>
          <a:xfrm>
            <a:off x="4673708" y="1604475"/>
            <a:ext cx="4015575" cy="1896750"/>
          </a:xfrm>
          <a:prstGeom prst="rect">
            <a:avLst/>
          </a:prstGeom>
        </p:spPr>
        <p:txBody>
          <a:bodyPr lIns="0" tIns="0" rIns="0" bIns="0">
            <a:normAutofit/>
          </a:bodyPr>
          <a:lstStyle/>
          <a:p>
            <a:endParaRPr lang="de-DE" sz="1969" b="0" strike="noStrike" spc="-1">
              <a:solidFill>
                <a:srgbClr val="404040"/>
              </a:solidFill>
              <a:latin typeface="Calibri"/>
            </a:endParaRPr>
          </a:p>
        </p:txBody>
      </p:sp>
      <p:sp>
        <p:nvSpPr>
          <p:cNvPr id="164" name="PlaceHolder 4"/>
          <p:cNvSpPr>
            <a:spLocks noGrp="1"/>
          </p:cNvSpPr>
          <p:nvPr>
            <p:ph type="body"/>
          </p:nvPr>
        </p:nvSpPr>
        <p:spPr>
          <a:xfrm>
            <a:off x="456983" y="3681788"/>
            <a:ext cx="4015575" cy="1896750"/>
          </a:xfrm>
          <a:prstGeom prst="rect">
            <a:avLst/>
          </a:prstGeom>
        </p:spPr>
        <p:txBody>
          <a:bodyPr lIns="0" tIns="0" rIns="0" bIns="0">
            <a:normAutofit/>
          </a:bodyPr>
          <a:lstStyle/>
          <a:p>
            <a:endParaRPr lang="de-DE" sz="1969" b="0" strike="noStrike" spc="-1">
              <a:solidFill>
                <a:srgbClr val="404040"/>
              </a:solidFill>
              <a:latin typeface="Calibri"/>
            </a:endParaRPr>
          </a:p>
        </p:txBody>
      </p:sp>
      <p:sp>
        <p:nvSpPr>
          <p:cNvPr id="165" name="PlaceHolder 5"/>
          <p:cNvSpPr>
            <a:spLocks noGrp="1"/>
          </p:cNvSpPr>
          <p:nvPr>
            <p:ph type="body"/>
          </p:nvPr>
        </p:nvSpPr>
        <p:spPr>
          <a:xfrm>
            <a:off x="4673708" y="3681788"/>
            <a:ext cx="4015575" cy="1896750"/>
          </a:xfrm>
          <a:prstGeom prst="rect">
            <a:avLst/>
          </a:prstGeom>
        </p:spPr>
        <p:txBody>
          <a:bodyPr lIns="0" tIns="0" rIns="0" bIns="0">
            <a:normAutofit/>
          </a:bodyPr>
          <a:lstStyle/>
          <a:p>
            <a:endParaRPr lang="de-DE" sz="1969" b="0" strike="noStrike" spc="-1">
              <a:solidFill>
                <a:srgbClr val="404040"/>
              </a:solidFill>
              <a:latin typeface="Calibri"/>
            </a:endParaRPr>
          </a:p>
        </p:txBody>
      </p:sp>
    </p:spTree>
    <p:extLst>
      <p:ext uri="{BB962C8B-B14F-4D97-AF65-F5344CB8AC3E}">
        <p14:creationId xmlns:p14="http://schemas.microsoft.com/office/powerpoint/2010/main" val="236531423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66" name="PlaceHolder 1"/>
          <p:cNvSpPr>
            <a:spLocks noGrp="1"/>
          </p:cNvSpPr>
          <p:nvPr>
            <p:ph type="title"/>
          </p:nvPr>
        </p:nvSpPr>
        <p:spPr>
          <a:xfrm>
            <a:off x="642938" y="1997329"/>
            <a:ext cx="7285950" cy="1377338"/>
          </a:xfrm>
          <a:prstGeom prst="rect">
            <a:avLst/>
          </a:prstGeom>
        </p:spPr>
        <p:txBody>
          <a:bodyPr lIns="0" tIns="0" rIns="0" bIns="0" anchor="ctr">
            <a:noAutofit/>
          </a:bodyPr>
          <a:lstStyle/>
          <a:p>
            <a:endParaRPr lang="de-DE" sz="1688" b="0" strike="noStrike" spc="-1">
              <a:solidFill>
                <a:srgbClr val="000000"/>
              </a:solidFill>
              <a:latin typeface="Calibri"/>
            </a:endParaRPr>
          </a:p>
        </p:txBody>
      </p:sp>
      <p:sp>
        <p:nvSpPr>
          <p:cNvPr id="167" name="PlaceHolder 2"/>
          <p:cNvSpPr>
            <a:spLocks noGrp="1"/>
          </p:cNvSpPr>
          <p:nvPr>
            <p:ph type="body"/>
          </p:nvPr>
        </p:nvSpPr>
        <p:spPr>
          <a:xfrm>
            <a:off x="456983" y="1604475"/>
            <a:ext cx="2649375" cy="1896750"/>
          </a:xfrm>
          <a:prstGeom prst="rect">
            <a:avLst/>
          </a:prstGeom>
        </p:spPr>
        <p:txBody>
          <a:bodyPr lIns="0" tIns="0" rIns="0" bIns="0">
            <a:normAutofit/>
          </a:bodyPr>
          <a:lstStyle/>
          <a:p>
            <a:endParaRPr lang="de-DE" sz="1969" b="0" strike="noStrike" spc="-1">
              <a:solidFill>
                <a:srgbClr val="404040"/>
              </a:solidFill>
              <a:latin typeface="Calibri"/>
            </a:endParaRPr>
          </a:p>
        </p:txBody>
      </p:sp>
      <p:sp>
        <p:nvSpPr>
          <p:cNvPr id="168" name="PlaceHolder 3"/>
          <p:cNvSpPr>
            <a:spLocks noGrp="1"/>
          </p:cNvSpPr>
          <p:nvPr>
            <p:ph type="body"/>
          </p:nvPr>
        </p:nvSpPr>
        <p:spPr>
          <a:xfrm>
            <a:off x="3239333" y="1604475"/>
            <a:ext cx="2649375" cy="1896750"/>
          </a:xfrm>
          <a:prstGeom prst="rect">
            <a:avLst/>
          </a:prstGeom>
        </p:spPr>
        <p:txBody>
          <a:bodyPr lIns="0" tIns="0" rIns="0" bIns="0">
            <a:normAutofit/>
          </a:bodyPr>
          <a:lstStyle/>
          <a:p>
            <a:endParaRPr lang="de-DE" sz="1969" b="0" strike="noStrike" spc="-1">
              <a:solidFill>
                <a:srgbClr val="404040"/>
              </a:solidFill>
              <a:latin typeface="Calibri"/>
            </a:endParaRPr>
          </a:p>
        </p:txBody>
      </p:sp>
      <p:sp>
        <p:nvSpPr>
          <p:cNvPr id="169" name="PlaceHolder 4"/>
          <p:cNvSpPr>
            <a:spLocks noGrp="1"/>
          </p:cNvSpPr>
          <p:nvPr>
            <p:ph type="body"/>
          </p:nvPr>
        </p:nvSpPr>
        <p:spPr>
          <a:xfrm>
            <a:off x="6021338" y="1604475"/>
            <a:ext cx="2649375" cy="1896750"/>
          </a:xfrm>
          <a:prstGeom prst="rect">
            <a:avLst/>
          </a:prstGeom>
        </p:spPr>
        <p:txBody>
          <a:bodyPr lIns="0" tIns="0" rIns="0" bIns="0">
            <a:normAutofit/>
          </a:bodyPr>
          <a:lstStyle/>
          <a:p>
            <a:endParaRPr lang="de-DE" sz="1969" b="0" strike="noStrike" spc="-1">
              <a:solidFill>
                <a:srgbClr val="404040"/>
              </a:solidFill>
              <a:latin typeface="Calibri"/>
            </a:endParaRPr>
          </a:p>
        </p:txBody>
      </p:sp>
      <p:sp>
        <p:nvSpPr>
          <p:cNvPr id="170" name="PlaceHolder 5"/>
          <p:cNvSpPr>
            <a:spLocks noGrp="1"/>
          </p:cNvSpPr>
          <p:nvPr>
            <p:ph type="body"/>
          </p:nvPr>
        </p:nvSpPr>
        <p:spPr>
          <a:xfrm>
            <a:off x="456983" y="3681788"/>
            <a:ext cx="2649375" cy="1896750"/>
          </a:xfrm>
          <a:prstGeom prst="rect">
            <a:avLst/>
          </a:prstGeom>
        </p:spPr>
        <p:txBody>
          <a:bodyPr lIns="0" tIns="0" rIns="0" bIns="0">
            <a:normAutofit/>
          </a:bodyPr>
          <a:lstStyle/>
          <a:p>
            <a:endParaRPr lang="de-DE" sz="1969" b="0" strike="noStrike" spc="-1">
              <a:solidFill>
                <a:srgbClr val="404040"/>
              </a:solidFill>
              <a:latin typeface="Calibri"/>
            </a:endParaRPr>
          </a:p>
        </p:txBody>
      </p:sp>
      <p:sp>
        <p:nvSpPr>
          <p:cNvPr id="171" name="PlaceHolder 6"/>
          <p:cNvSpPr>
            <a:spLocks noGrp="1"/>
          </p:cNvSpPr>
          <p:nvPr>
            <p:ph type="body"/>
          </p:nvPr>
        </p:nvSpPr>
        <p:spPr>
          <a:xfrm>
            <a:off x="3239333" y="3681788"/>
            <a:ext cx="2649375" cy="1896750"/>
          </a:xfrm>
          <a:prstGeom prst="rect">
            <a:avLst/>
          </a:prstGeom>
        </p:spPr>
        <p:txBody>
          <a:bodyPr lIns="0" tIns="0" rIns="0" bIns="0">
            <a:normAutofit/>
          </a:bodyPr>
          <a:lstStyle/>
          <a:p>
            <a:endParaRPr lang="de-DE" sz="1969" b="0" strike="noStrike" spc="-1">
              <a:solidFill>
                <a:srgbClr val="404040"/>
              </a:solidFill>
              <a:latin typeface="Calibri"/>
            </a:endParaRPr>
          </a:p>
        </p:txBody>
      </p:sp>
      <p:sp>
        <p:nvSpPr>
          <p:cNvPr id="172" name="PlaceHolder 7"/>
          <p:cNvSpPr>
            <a:spLocks noGrp="1"/>
          </p:cNvSpPr>
          <p:nvPr>
            <p:ph type="body"/>
          </p:nvPr>
        </p:nvSpPr>
        <p:spPr>
          <a:xfrm>
            <a:off x="6021338" y="3681788"/>
            <a:ext cx="2649375" cy="1896750"/>
          </a:xfrm>
          <a:prstGeom prst="rect">
            <a:avLst/>
          </a:prstGeom>
        </p:spPr>
        <p:txBody>
          <a:bodyPr lIns="0" tIns="0" rIns="0" bIns="0">
            <a:normAutofit/>
          </a:bodyPr>
          <a:lstStyle/>
          <a:p>
            <a:endParaRPr lang="de-DE" sz="1969" b="0" strike="noStrike" spc="-1">
              <a:solidFill>
                <a:srgbClr val="404040"/>
              </a:solidFill>
              <a:latin typeface="Calibri"/>
            </a:endParaRPr>
          </a:p>
        </p:txBody>
      </p:sp>
    </p:spTree>
    <p:extLst>
      <p:ext uri="{BB962C8B-B14F-4D97-AF65-F5344CB8AC3E}">
        <p14:creationId xmlns:p14="http://schemas.microsoft.com/office/powerpoint/2010/main" val="421876885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p:cNvSpPr>
            <a:spLocks noGrp="1"/>
          </p:cNvSpPr>
          <p:nvPr>
            <p:ph type="ctrTitle"/>
          </p:nvPr>
        </p:nvSpPr>
        <p:spPr>
          <a:xfrm>
            <a:off x="1143000" y="1122363"/>
            <a:ext cx="6858000" cy="2387600"/>
          </a:xfrm>
        </p:spPr>
        <p:txBody>
          <a:bodyPr anchor="b"/>
          <a:lstStyle>
            <a:lvl1pPr algn="ctr">
              <a:defRPr sz="6000"/>
            </a:lvl1pPr>
          </a:lstStyle>
          <a:p>
            <a:r>
              <a:rPr lang="de-DE"/>
              <a:t>Titelmasterformat durch Klicken bearbeiten</a:t>
            </a:r>
          </a:p>
        </p:txBody>
      </p:sp>
      <p:sp>
        <p:nvSpPr>
          <p:cNvPr id="3" name="Untertitel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Formatvorlage des Untertitelmasters durch Klicken bearbeiten</a:t>
            </a:r>
          </a:p>
        </p:txBody>
      </p:sp>
      <p:sp>
        <p:nvSpPr>
          <p:cNvPr id="4" name="Datumsplatzhalter 3"/>
          <p:cNvSpPr>
            <a:spLocks noGrp="1"/>
          </p:cNvSpPr>
          <p:nvPr>
            <p:ph type="dt" sz="half" idx="10"/>
          </p:nvPr>
        </p:nvSpPr>
        <p:spPr/>
        <p:txBody>
          <a:bodyPr/>
          <a:lstStyle/>
          <a:p>
            <a:fld id="{FEC8470D-0089-42ED-85A5-E3DF6854A598}" type="datetimeFigureOut">
              <a:rPr lang="de-DE" smtClean="0">
                <a:solidFill>
                  <a:prstClr val="black">
                    <a:tint val="75000"/>
                  </a:prstClr>
                </a:solidFill>
              </a:rPr>
              <a:pPr/>
              <a:t>30.12.2025</a:t>
            </a:fld>
            <a:endParaRPr lang="de-DE">
              <a:solidFill>
                <a:prstClr val="black">
                  <a:tint val="75000"/>
                </a:prstClr>
              </a:solidFill>
            </a:endParaRPr>
          </a:p>
        </p:txBody>
      </p:sp>
      <p:sp>
        <p:nvSpPr>
          <p:cNvPr id="5" name="Fußzeilenplatzhalter 4"/>
          <p:cNvSpPr>
            <a:spLocks noGrp="1"/>
          </p:cNvSpPr>
          <p:nvPr>
            <p:ph type="ftr" sz="quarter" idx="11"/>
          </p:nvPr>
        </p:nvSpPr>
        <p:spPr/>
        <p:txBody>
          <a:bodyPr/>
          <a:lstStyle/>
          <a:p>
            <a:endParaRPr lang="de-DE">
              <a:solidFill>
                <a:prstClr val="black">
                  <a:tint val="75000"/>
                </a:prstClr>
              </a:solidFill>
            </a:endParaRPr>
          </a:p>
        </p:txBody>
      </p:sp>
      <p:sp>
        <p:nvSpPr>
          <p:cNvPr id="6" name="Foliennummernplatzhalter 5"/>
          <p:cNvSpPr>
            <a:spLocks noGrp="1"/>
          </p:cNvSpPr>
          <p:nvPr>
            <p:ph type="sldNum" sz="quarter" idx="12"/>
          </p:nvPr>
        </p:nvSpPr>
        <p:spPr/>
        <p:txBody>
          <a:bodyPr/>
          <a:lstStyle/>
          <a:p>
            <a:fld id="{2171F8E5-7F6B-48BB-84C6-40BAF8E93A10}" type="slidenum">
              <a:rPr lang="de-DE" smtClean="0">
                <a:solidFill>
                  <a:prstClr val="black">
                    <a:tint val="75000"/>
                  </a:prstClr>
                </a:solidFill>
              </a:rPr>
              <a:pPr/>
              <a:t>‹Nr.›</a:t>
            </a:fld>
            <a:endParaRPr lang="de-DE">
              <a:solidFill>
                <a:prstClr val="black">
                  <a:tint val="75000"/>
                </a:prstClr>
              </a:solidFill>
            </a:endParaRPr>
          </a:p>
        </p:txBody>
      </p:sp>
    </p:spTree>
    <p:extLst>
      <p:ext uri="{BB962C8B-B14F-4D97-AF65-F5344CB8AC3E}">
        <p14:creationId xmlns:p14="http://schemas.microsoft.com/office/powerpoint/2010/main" val="386632463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Inhaltsplatzhalter 2"/>
          <p:cNvSpPr>
            <a:spLocks noGrp="1"/>
          </p:cNvSpPr>
          <p:nvPr>
            <p:ph idx="1"/>
          </p:nvPr>
        </p:nvSpPr>
        <p:spPr/>
        <p:txBody>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FEC8470D-0089-42ED-85A5-E3DF6854A598}" type="datetimeFigureOut">
              <a:rPr lang="de-DE" smtClean="0">
                <a:solidFill>
                  <a:prstClr val="black">
                    <a:tint val="75000"/>
                  </a:prstClr>
                </a:solidFill>
              </a:rPr>
              <a:pPr/>
              <a:t>30.12.2025</a:t>
            </a:fld>
            <a:endParaRPr lang="de-DE">
              <a:solidFill>
                <a:prstClr val="black">
                  <a:tint val="75000"/>
                </a:prstClr>
              </a:solidFill>
            </a:endParaRPr>
          </a:p>
        </p:txBody>
      </p:sp>
      <p:sp>
        <p:nvSpPr>
          <p:cNvPr id="5" name="Fußzeilenplatzhalter 4"/>
          <p:cNvSpPr>
            <a:spLocks noGrp="1"/>
          </p:cNvSpPr>
          <p:nvPr>
            <p:ph type="ftr" sz="quarter" idx="11"/>
          </p:nvPr>
        </p:nvSpPr>
        <p:spPr/>
        <p:txBody>
          <a:bodyPr/>
          <a:lstStyle/>
          <a:p>
            <a:endParaRPr lang="de-DE">
              <a:solidFill>
                <a:prstClr val="black">
                  <a:tint val="75000"/>
                </a:prstClr>
              </a:solidFill>
            </a:endParaRPr>
          </a:p>
        </p:txBody>
      </p:sp>
      <p:sp>
        <p:nvSpPr>
          <p:cNvPr id="6" name="Foliennummernplatzhalter 5"/>
          <p:cNvSpPr>
            <a:spLocks noGrp="1"/>
          </p:cNvSpPr>
          <p:nvPr>
            <p:ph type="sldNum" sz="quarter" idx="12"/>
          </p:nvPr>
        </p:nvSpPr>
        <p:spPr/>
        <p:txBody>
          <a:bodyPr/>
          <a:lstStyle/>
          <a:p>
            <a:fld id="{2171F8E5-7F6B-48BB-84C6-40BAF8E93A10}" type="slidenum">
              <a:rPr lang="de-DE" smtClean="0">
                <a:solidFill>
                  <a:prstClr val="black">
                    <a:tint val="75000"/>
                  </a:prstClr>
                </a:solidFill>
              </a:rPr>
              <a:pPr/>
              <a:t>‹Nr.›</a:t>
            </a:fld>
            <a:endParaRPr lang="de-DE">
              <a:solidFill>
                <a:prstClr val="black">
                  <a:tint val="75000"/>
                </a:prstClr>
              </a:solidFill>
            </a:endParaRPr>
          </a:p>
        </p:txBody>
      </p:sp>
    </p:spTree>
    <p:extLst>
      <p:ext uri="{BB962C8B-B14F-4D97-AF65-F5344CB8AC3E}">
        <p14:creationId xmlns:p14="http://schemas.microsoft.com/office/powerpoint/2010/main" val="62552307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623888" y="1709739"/>
            <a:ext cx="7886700" cy="2852737"/>
          </a:xfrm>
        </p:spPr>
        <p:txBody>
          <a:bodyPr anchor="b"/>
          <a:lstStyle>
            <a:lvl1pPr>
              <a:defRPr sz="6000"/>
            </a:lvl1pPr>
          </a:lstStyle>
          <a:p>
            <a:r>
              <a:rPr lang="de-DE"/>
              <a:t>Titelmasterformat durch Klicken bearbeiten</a:t>
            </a:r>
          </a:p>
        </p:txBody>
      </p:sp>
      <p:sp>
        <p:nvSpPr>
          <p:cNvPr id="3" name="Textplatzhalter 2"/>
          <p:cNvSpPr>
            <a:spLocks noGrp="1"/>
          </p:cNvSpPr>
          <p:nvPr>
            <p:ph type="body" idx="1"/>
          </p:nvPr>
        </p:nvSpPr>
        <p:spPr>
          <a:xfrm>
            <a:off x="623888" y="4589464"/>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Formatvorlagen des Textmasters bearbeiten</a:t>
            </a:r>
          </a:p>
        </p:txBody>
      </p:sp>
      <p:sp>
        <p:nvSpPr>
          <p:cNvPr id="4" name="Datumsplatzhalter 3"/>
          <p:cNvSpPr>
            <a:spLocks noGrp="1"/>
          </p:cNvSpPr>
          <p:nvPr>
            <p:ph type="dt" sz="half" idx="10"/>
          </p:nvPr>
        </p:nvSpPr>
        <p:spPr/>
        <p:txBody>
          <a:bodyPr/>
          <a:lstStyle/>
          <a:p>
            <a:fld id="{FEC8470D-0089-42ED-85A5-E3DF6854A598}" type="datetimeFigureOut">
              <a:rPr lang="de-DE" smtClean="0">
                <a:solidFill>
                  <a:prstClr val="black">
                    <a:tint val="75000"/>
                  </a:prstClr>
                </a:solidFill>
              </a:rPr>
              <a:pPr/>
              <a:t>30.12.2025</a:t>
            </a:fld>
            <a:endParaRPr lang="de-DE">
              <a:solidFill>
                <a:prstClr val="black">
                  <a:tint val="75000"/>
                </a:prstClr>
              </a:solidFill>
            </a:endParaRPr>
          </a:p>
        </p:txBody>
      </p:sp>
      <p:sp>
        <p:nvSpPr>
          <p:cNvPr id="5" name="Fußzeilenplatzhalter 4"/>
          <p:cNvSpPr>
            <a:spLocks noGrp="1"/>
          </p:cNvSpPr>
          <p:nvPr>
            <p:ph type="ftr" sz="quarter" idx="11"/>
          </p:nvPr>
        </p:nvSpPr>
        <p:spPr/>
        <p:txBody>
          <a:bodyPr/>
          <a:lstStyle/>
          <a:p>
            <a:endParaRPr lang="de-DE">
              <a:solidFill>
                <a:prstClr val="black">
                  <a:tint val="75000"/>
                </a:prstClr>
              </a:solidFill>
            </a:endParaRPr>
          </a:p>
        </p:txBody>
      </p:sp>
      <p:sp>
        <p:nvSpPr>
          <p:cNvPr id="6" name="Foliennummernplatzhalter 5"/>
          <p:cNvSpPr>
            <a:spLocks noGrp="1"/>
          </p:cNvSpPr>
          <p:nvPr>
            <p:ph type="sldNum" sz="quarter" idx="12"/>
          </p:nvPr>
        </p:nvSpPr>
        <p:spPr/>
        <p:txBody>
          <a:bodyPr/>
          <a:lstStyle/>
          <a:p>
            <a:fld id="{2171F8E5-7F6B-48BB-84C6-40BAF8E93A10}" type="slidenum">
              <a:rPr lang="de-DE" smtClean="0">
                <a:solidFill>
                  <a:prstClr val="black">
                    <a:tint val="75000"/>
                  </a:prstClr>
                </a:solidFill>
              </a:rPr>
              <a:pPr/>
              <a:t>‹Nr.›</a:t>
            </a:fld>
            <a:endParaRPr lang="de-DE">
              <a:solidFill>
                <a:prstClr val="black">
                  <a:tint val="75000"/>
                </a:prstClr>
              </a:solidFill>
            </a:endParaRPr>
          </a:p>
        </p:txBody>
      </p:sp>
    </p:spTree>
    <p:extLst>
      <p:ext uri="{BB962C8B-B14F-4D97-AF65-F5344CB8AC3E}">
        <p14:creationId xmlns:p14="http://schemas.microsoft.com/office/powerpoint/2010/main" val="189462402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Inhaltsplatzhalter 2"/>
          <p:cNvSpPr>
            <a:spLocks noGrp="1"/>
          </p:cNvSpPr>
          <p:nvPr>
            <p:ph sz="half" idx="1"/>
          </p:nvPr>
        </p:nvSpPr>
        <p:spPr>
          <a:xfrm>
            <a:off x="628650" y="1825625"/>
            <a:ext cx="3886200" cy="4351338"/>
          </a:xfrm>
        </p:spPr>
        <p:txBody>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p:cNvSpPr>
            <a:spLocks noGrp="1"/>
          </p:cNvSpPr>
          <p:nvPr>
            <p:ph sz="half" idx="2"/>
          </p:nvPr>
        </p:nvSpPr>
        <p:spPr>
          <a:xfrm>
            <a:off x="4629150" y="1825625"/>
            <a:ext cx="3886200" cy="4351338"/>
          </a:xfrm>
        </p:spPr>
        <p:txBody>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p:cNvSpPr>
            <a:spLocks noGrp="1"/>
          </p:cNvSpPr>
          <p:nvPr>
            <p:ph type="dt" sz="half" idx="10"/>
          </p:nvPr>
        </p:nvSpPr>
        <p:spPr/>
        <p:txBody>
          <a:bodyPr/>
          <a:lstStyle/>
          <a:p>
            <a:fld id="{FEC8470D-0089-42ED-85A5-E3DF6854A598}" type="datetimeFigureOut">
              <a:rPr lang="de-DE" smtClean="0">
                <a:solidFill>
                  <a:prstClr val="black">
                    <a:tint val="75000"/>
                  </a:prstClr>
                </a:solidFill>
              </a:rPr>
              <a:pPr/>
              <a:t>30.12.2025</a:t>
            </a:fld>
            <a:endParaRPr lang="de-DE">
              <a:solidFill>
                <a:prstClr val="black">
                  <a:tint val="75000"/>
                </a:prstClr>
              </a:solidFill>
            </a:endParaRPr>
          </a:p>
        </p:txBody>
      </p:sp>
      <p:sp>
        <p:nvSpPr>
          <p:cNvPr id="6" name="Fußzeilenplatzhalter 5"/>
          <p:cNvSpPr>
            <a:spLocks noGrp="1"/>
          </p:cNvSpPr>
          <p:nvPr>
            <p:ph type="ftr" sz="quarter" idx="11"/>
          </p:nvPr>
        </p:nvSpPr>
        <p:spPr/>
        <p:txBody>
          <a:bodyPr/>
          <a:lstStyle/>
          <a:p>
            <a:endParaRPr lang="de-DE">
              <a:solidFill>
                <a:prstClr val="black">
                  <a:tint val="75000"/>
                </a:prstClr>
              </a:solidFill>
            </a:endParaRPr>
          </a:p>
        </p:txBody>
      </p:sp>
      <p:sp>
        <p:nvSpPr>
          <p:cNvPr id="7" name="Foliennummernplatzhalter 6"/>
          <p:cNvSpPr>
            <a:spLocks noGrp="1"/>
          </p:cNvSpPr>
          <p:nvPr>
            <p:ph type="sldNum" sz="quarter" idx="12"/>
          </p:nvPr>
        </p:nvSpPr>
        <p:spPr/>
        <p:txBody>
          <a:bodyPr/>
          <a:lstStyle/>
          <a:p>
            <a:fld id="{2171F8E5-7F6B-48BB-84C6-40BAF8E93A10}" type="slidenum">
              <a:rPr lang="de-DE" smtClean="0">
                <a:solidFill>
                  <a:prstClr val="black">
                    <a:tint val="75000"/>
                  </a:prstClr>
                </a:solidFill>
              </a:rPr>
              <a:pPr/>
              <a:t>‹Nr.›</a:t>
            </a:fld>
            <a:endParaRPr lang="de-DE">
              <a:solidFill>
                <a:prstClr val="black">
                  <a:tint val="75000"/>
                </a:prstClr>
              </a:solidFill>
            </a:endParaRPr>
          </a:p>
        </p:txBody>
      </p:sp>
    </p:spTree>
    <p:extLst>
      <p:ext uri="{BB962C8B-B14F-4D97-AF65-F5344CB8AC3E}">
        <p14:creationId xmlns:p14="http://schemas.microsoft.com/office/powerpoint/2010/main" val="327310732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p:cNvSpPr>
            <a:spLocks noGrp="1"/>
          </p:cNvSpPr>
          <p:nvPr>
            <p:ph type="title"/>
          </p:nvPr>
        </p:nvSpPr>
        <p:spPr>
          <a:xfrm>
            <a:off x="629841" y="365126"/>
            <a:ext cx="7886700" cy="1325563"/>
          </a:xfrm>
        </p:spPr>
        <p:txBody>
          <a:bodyPr/>
          <a:lstStyle/>
          <a:p>
            <a:r>
              <a:rPr lang="de-DE"/>
              <a:t>Titelmasterformat durch Klicken bearbeiten</a:t>
            </a:r>
          </a:p>
        </p:txBody>
      </p:sp>
      <p:sp>
        <p:nvSpPr>
          <p:cNvPr id="3" name="Textplatzhalt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Formatvorlagen des Textmasters bearbeiten</a:t>
            </a:r>
          </a:p>
        </p:txBody>
      </p:sp>
      <p:sp>
        <p:nvSpPr>
          <p:cNvPr id="4" name="Inhaltsplatzhalter 3"/>
          <p:cNvSpPr>
            <a:spLocks noGrp="1"/>
          </p:cNvSpPr>
          <p:nvPr>
            <p:ph sz="half" idx="2"/>
          </p:nvPr>
        </p:nvSpPr>
        <p:spPr>
          <a:xfrm>
            <a:off x="629842" y="2505075"/>
            <a:ext cx="3868340" cy="3684588"/>
          </a:xfrm>
        </p:spPr>
        <p:txBody>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Formatvorlagen des Textmasters bearbeiten</a:t>
            </a:r>
          </a:p>
        </p:txBody>
      </p:sp>
      <p:sp>
        <p:nvSpPr>
          <p:cNvPr id="6" name="Inhaltsplatzhalter 5"/>
          <p:cNvSpPr>
            <a:spLocks noGrp="1"/>
          </p:cNvSpPr>
          <p:nvPr>
            <p:ph sz="quarter" idx="4"/>
          </p:nvPr>
        </p:nvSpPr>
        <p:spPr>
          <a:xfrm>
            <a:off x="4629150" y="2505075"/>
            <a:ext cx="3887391" cy="3684588"/>
          </a:xfrm>
        </p:spPr>
        <p:txBody>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7" name="Datumsplatzhalter 6"/>
          <p:cNvSpPr>
            <a:spLocks noGrp="1"/>
          </p:cNvSpPr>
          <p:nvPr>
            <p:ph type="dt" sz="half" idx="10"/>
          </p:nvPr>
        </p:nvSpPr>
        <p:spPr/>
        <p:txBody>
          <a:bodyPr/>
          <a:lstStyle/>
          <a:p>
            <a:fld id="{FEC8470D-0089-42ED-85A5-E3DF6854A598}" type="datetimeFigureOut">
              <a:rPr lang="de-DE" smtClean="0">
                <a:solidFill>
                  <a:prstClr val="black">
                    <a:tint val="75000"/>
                  </a:prstClr>
                </a:solidFill>
              </a:rPr>
              <a:pPr/>
              <a:t>30.12.2025</a:t>
            </a:fld>
            <a:endParaRPr lang="de-DE">
              <a:solidFill>
                <a:prstClr val="black">
                  <a:tint val="75000"/>
                </a:prstClr>
              </a:solidFill>
            </a:endParaRPr>
          </a:p>
        </p:txBody>
      </p:sp>
      <p:sp>
        <p:nvSpPr>
          <p:cNvPr id="8" name="Fußzeilenplatzhalter 7"/>
          <p:cNvSpPr>
            <a:spLocks noGrp="1"/>
          </p:cNvSpPr>
          <p:nvPr>
            <p:ph type="ftr" sz="quarter" idx="11"/>
          </p:nvPr>
        </p:nvSpPr>
        <p:spPr/>
        <p:txBody>
          <a:bodyPr/>
          <a:lstStyle/>
          <a:p>
            <a:endParaRPr lang="de-DE">
              <a:solidFill>
                <a:prstClr val="black">
                  <a:tint val="75000"/>
                </a:prstClr>
              </a:solidFill>
            </a:endParaRPr>
          </a:p>
        </p:txBody>
      </p:sp>
      <p:sp>
        <p:nvSpPr>
          <p:cNvPr id="9" name="Foliennummernplatzhalter 8"/>
          <p:cNvSpPr>
            <a:spLocks noGrp="1"/>
          </p:cNvSpPr>
          <p:nvPr>
            <p:ph type="sldNum" sz="quarter" idx="12"/>
          </p:nvPr>
        </p:nvSpPr>
        <p:spPr/>
        <p:txBody>
          <a:bodyPr/>
          <a:lstStyle/>
          <a:p>
            <a:fld id="{2171F8E5-7F6B-48BB-84C6-40BAF8E93A10}" type="slidenum">
              <a:rPr lang="de-DE" smtClean="0">
                <a:solidFill>
                  <a:prstClr val="black">
                    <a:tint val="75000"/>
                  </a:prstClr>
                </a:solidFill>
              </a:rPr>
              <a:pPr/>
              <a:t>‹Nr.›</a:t>
            </a:fld>
            <a:endParaRPr lang="de-DE">
              <a:solidFill>
                <a:prstClr val="black">
                  <a:tint val="75000"/>
                </a:prstClr>
              </a:solidFill>
            </a:endParaRPr>
          </a:p>
        </p:txBody>
      </p:sp>
    </p:spTree>
    <p:extLst>
      <p:ext uri="{BB962C8B-B14F-4D97-AF65-F5344CB8AC3E}">
        <p14:creationId xmlns:p14="http://schemas.microsoft.com/office/powerpoint/2010/main" val="388296230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Datumsplatzhalter 2"/>
          <p:cNvSpPr>
            <a:spLocks noGrp="1"/>
          </p:cNvSpPr>
          <p:nvPr>
            <p:ph type="dt" sz="half" idx="10"/>
          </p:nvPr>
        </p:nvSpPr>
        <p:spPr/>
        <p:txBody>
          <a:bodyPr/>
          <a:lstStyle/>
          <a:p>
            <a:fld id="{FEC8470D-0089-42ED-85A5-E3DF6854A598}" type="datetimeFigureOut">
              <a:rPr lang="de-DE" smtClean="0">
                <a:solidFill>
                  <a:prstClr val="black">
                    <a:tint val="75000"/>
                  </a:prstClr>
                </a:solidFill>
              </a:rPr>
              <a:pPr/>
              <a:t>30.12.2025</a:t>
            </a:fld>
            <a:endParaRPr lang="de-DE">
              <a:solidFill>
                <a:prstClr val="black">
                  <a:tint val="75000"/>
                </a:prstClr>
              </a:solidFill>
            </a:endParaRPr>
          </a:p>
        </p:txBody>
      </p:sp>
      <p:sp>
        <p:nvSpPr>
          <p:cNvPr id="4" name="Fußzeilenplatzhalter 3"/>
          <p:cNvSpPr>
            <a:spLocks noGrp="1"/>
          </p:cNvSpPr>
          <p:nvPr>
            <p:ph type="ftr" sz="quarter" idx="11"/>
          </p:nvPr>
        </p:nvSpPr>
        <p:spPr/>
        <p:txBody>
          <a:bodyPr/>
          <a:lstStyle/>
          <a:p>
            <a:endParaRPr lang="de-DE">
              <a:solidFill>
                <a:prstClr val="black">
                  <a:tint val="75000"/>
                </a:prstClr>
              </a:solidFill>
            </a:endParaRPr>
          </a:p>
        </p:txBody>
      </p:sp>
      <p:sp>
        <p:nvSpPr>
          <p:cNvPr id="5" name="Foliennummernplatzhalter 4"/>
          <p:cNvSpPr>
            <a:spLocks noGrp="1"/>
          </p:cNvSpPr>
          <p:nvPr>
            <p:ph type="sldNum" sz="quarter" idx="12"/>
          </p:nvPr>
        </p:nvSpPr>
        <p:spPr/>
        <p:txBody>
          <a:bodyPr/>
          <a:lstStyle/>
          <a:p>
            <a:fld id="{2171F8E5-7F6B-48BB-84C6-40BAF8E93A10}" type="slidenum">
              <a:rPr lang="de-DE" smtClean="0">
                <a:solidFill>
                  <a:prstClr val="black">
                    <a:tint val="75000"/>
                  </a:prstClr>
                </a:solidFill>
              </a:rPr>
              <a:pPr/>
              <a:t>‹Nr.›</a:t>
            </a:fld>
            <a:endParaRPr lang="de-DE">
              <a:solidFill>
                <a:prstClr val="black">
                  <a:tint val="75000"/>
                </a:prstClr>
              </a:solidFill>
            </a:endParaRPr>
          </a:p>
        </p:txBody>
      </p:sp>
    </p:spTree>
    <p:extLst>
      <p:ext uri="{BB962C8B-B14F-4D97-AF65-F5344CB8AC3E}">
        <p14:creationId xmlns:p14="http://schemas.microsoft.com/office/powerpoint/2010/main" val="417327977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FEC8470D-0089-42ED-85A5-E3DF6854A598}" type="datetimeFigureOut">
              <a:rPr lang="de-DE" smtClean="0">
                <a:solidFill>
                  <a:prstClr val="black">
                    <a:tint val="75000"/>
                  </a:prstClr>
                </a:solidFill>
              </a:rPr>
              <a:pPr/>
              <a:t>30.12.2025</a:t>
            </a:fld>
            <a:endParaRPr lang="de-DE">
              <a:solidFill>
                <a:prstClr val="black">
                  <a:tint val="75000"/>
                </a:prstClr>
              </a:solidFill>
            </a:endParaRPr>
          </a:p>
        </p:txBody>
      </p:sp>
      <p:sp>
        <p:nvSpPr>
          <p:cNvPr id="3" name="Fußzeilenplatzhalter 2"/>
          <p:cNvSpPr>
            <a:spLocks noGrp="1"/>
          </p:cNvSpPr>
          <p:nvPr>
            <p:ph type="ftr" sz="quarter" idx="11"/>
          </p:nvPr>
        </p:nvSpPr>
        <p:spPr/>
        <p:txBody>
          <a:bodyPr/>
          <a:lstStyle/>
          <a:p>
            <a:endParaRPr lang="de-DE">
              <a:solidFill>
                <a:prstClr val="black">
                  <a:tint val="75000"/>
                </a:prstClr>
              </a:solidFill>
            </a:endParaRPr>
          </a:p>
        </p:txBody>
      </p:sp>
      <p:sp>
        <p:nvSpPr>
          <p:cNvPr id="4" name="Foliennummernplatzhalter 3"/>
          <p:cNvSpPr>
            <a:spLocks noGrp="1"/>
          </p:cNvSpPr>
          <p:nvPr>
            <p:ph type="sldNum" sz="quarter" idx="12"/>
          </p:nvPr>
        </p:nvSpPr>
        <p:spPr/>
        <p:txBody>
          <a:bodyPr/>
          <a:lstStyle/>
          <a:p>
            <a:fld id="{2171F8E5-7F6B-48BB-84C6-40BAF8E93A10}" type="slidenum">
              <a:rPr lang="de-DE" smtClean="0">
                <a:solidFill>
                  <a:prstClr val="black">
                    <a:tint val="75000"/>
                  </a:prstClr>
                </a:solidFill>
              </a:rPr>
              <a:pPr/>
              <a:t>‹Nr.›</a:t>
            </a:fld>
            <a:endParaRPr lang="de-DE">
              <a:solidFill>
                <a:prstClr val="black">
                  <a:tint val="75000"/>
                </a:prstClr>
              </a:solidFill>
            </a:endParaRPr>
          </a:p>
        </p:txBody>
      </p:sp>
    </p:spTree>
    <p:extLst>
      <p:ext uri="{BB962C8B-B14F-4D97-AF65-F5344CB8AC3E}">
        <p14:creationId xmlns:p14="http://schemas.microsoft.com/office/powerpoint/2010/main" val="226979687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629841" y="457200"/>
            <a:ext cx="2949178" cy="1600200"/>
          </a:xfrm>
        </p:spPr>
        <p:txBody>
          <a:bodyPr anchor="b"/>
          <a:lstStyle>
            <a:lvl1pPr>
              <a:defRPr sz="3200"/>
            </a:lvl1pPr>
          </a:lstStyle>
          <a:p>
            <a:r>
              <a:rPr lang="de-DE"/>
              <a:t>Titelmasterformat durch Klicken bearbeiten</a:t>
            </a:r>
          </a:p>
        </p:txBody>
      </p:sp>
      <p:sp>
        <p:nvSpPr>
          <p:cNvPr id="3" name="Inhaltsplatzhalt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Formatvorlagen des Textmasters bearbeiten</a:t>
            </a:r>
          </a:p>
        </p:txBody>
      </p:sp>
      <p:sp>
        <p:nvSpPr>
          <p:cNvPr id="5" name="Datumsplatzhalter 4"/>
          <p:cNvSpPr>
            <a:spLocks noGrp="1"/>
          </p:cNvSpPr>
          <p:nvPr>
            <p:ph type="dt" sz="half" idx="10"/>
          </p:nvPr>
        </p:nvSpPr>
        <p:spPr/>
        <p:txBody>
          <a:bodyPr/>
          <a:lstStyle/>
          <a:p>
            <a:fld id="{FEC8470D-0089-42ED-85A5-E3DF6854A598}" type="datetimeFigureOut">
              <a:rPr lang="de-DE" smtClean="0">
                <a:solidFill>
                  <a:prstClr val="black">
                    <a:tint val="75000"/>
                  </a:prstClr>
                </a:solidFill>
              </a:rPr>
              <a:pPr/>
              <a:t>30.12.2025</a:t>
            </a:fld>
            <a:endParaRPr lang="de-DE">
              <a:solidFill>
                <a:prstClr val="black">
                  <a:tint val="75000"/>
                </a:prstClr>
              </a:solidFill>
            </a:endParaRPr>
          </a:p>
        </p:txBody>
      </p:sp>
      <p:sp>
        <p:nvSpPr>
          <p:cNvPr id="6" name="Fußzeilenplatzhalter 5"/>
          <p:cNvSpPr>
            <a:spLocks noGrp="1"/>
          </p:cNvSpPr>
          <p:nvPr>
            <p:ph type="ftr" sz="quarter" idx="11"/>
          </p:nvPr>
        </p:nvSpPr>
        <p:spPr/>
        <p:txBody>
          <a:bodyPr/>
          <a:lstStyle/>
          <a:p>
            <a:endParaRPr lang="de-DE">
              <a:solidFill>
                <a:prstClr val="black">
                  <a:tint val="75000"/>
                </a:prstClr>
              </a:solidFill>
            </a:endParaRPr>
          </a:p>
        </p:txBody>
      </p:sp>
      <p:sp>
        <p:nvSpPr>
          <p:cNvPr id="7" name="Foliennummernplatzhalter 6"/>
          <p:cNvSpPr>
            <a:spLocks noGrp="1"/>
          </p:cNvSpPr>
          <p:nvPr>
            <p:ph type="sldNum" sz="quarter" idx="12"/>
          </p:nvPr>
        </p:nvSpPr>
        <p:spPr/>
        <p:txBody>
          <a:bodyPr/>
          <a:lstStyle/>
          <a:p>
            <a:fld id="{2171F8E5-7F6B-48BB-84C6-40BAF8E93A10}" type="slidenum">
              <a:rPr lang="de-DE" smtClean="0">
                <a:solidFill>
                  <a:prstClr val="black">
                    <a:tint val="75000"/>
                  </a:prstClr>
                </a:solidFill>
              </a:rPr>
              <a:pPr/>
              <a:t>‹Nr.›</a:t>
            </a:fld>
            <a:endParaRPr lang="de-DE">
              <a:solidFill>
                <a:prstClr val="black">
                  <a:tint val="75000"/>
                </a:prstClr>
              </a:solidFill>
            </a:endParaRPr>
          </a:p>
        </p:txBody>
      </p:sp>
    </p:spTree>
    <p:extLst>
      <p:ext uri="{BB962C8B-B14F-4D97-AF65-F5344CB8AC3E}">
        <p14:creationId xmlns:p14="http://schemas.microsoft.com/office/powerpoint/2010/main" val="73917418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629841" y="457200"/>
            <a:ext cx="2949178" cy="1600200"/>
          </a:xfrm>
        </p:spPr>
        <p:txBody>
          <a:bodyPr anchor="b"/>
          <a:lstStyle>
            <a:lvl1pPr>
              <a:defRPr sz="3200"/>
            </a:lvl1pPr>
          </a:lstStyle>
          <a:p>
            <a:r>
              <a:rPr lang="de-DE"/>
              <a:t>Titelmasterformat durch Klicken bearbeiten</a:t>
            </a:r>
          </a:p>
        </p:txBody>
      </p:sp>
      <p:sp>
        <p:nvSpPr>
          <p:cNvPr id="3" name="Bildplatzhalter 2"/>
          <p:cNvSpPr>
            <a:spLocks noGrp="1"/>
          </p:cNvSpPr>
          <p:nvPr>
            <p:ph type="pic" idx="1"/>
          </p:nvPr>
        </p:nvSpPr>
        <p:spPr>
          <a:xfrm>
            <a:off x="3887391" y="987426"/>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platzhalt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Formatvorlagen des Textmasters bearbeiten</a:t>
            </a:r>
          </a:p>
        </p:txBody>
      </p:sp>
      <p:sp>
        <p:nvSpPr>
          <p:cNvPr id="5" name="Datumsplatzhalter 4"/>
          <p:cNvSpPr>
            <a:spLocks noGrp="1"/>
          </p:cNvSpPr>
          <p:nvPr>
            <p:ph type="dt" sz="half" idx="10"/>
          </p:nvPr>
        </p:nvSpPr>
        <p:spPr/>
        <p:txBody>
          <a:bodyPr/>
          <a:lstStyle/>
          <a:p>
            <a:fld id="{FEC8470D-0089-42ED-85A5-E3DF6854A598}" type="datetimeFigureOut">
              <a:rPr lang="de-DE" smtClean="0">
                <a:solidFill>
                  <a:prstClr val="black">
                    <a:tint val="75000"/>
                  </a:prstClr>
                </a:solidFill>
              </a:rPr>
              <a:pPr/>
              <a:t>30.12.2025</a:t>
            </a:fld>
            <a:endParaRPr lang="de-DE">
              <a:solidFill>
                <a:prstClr val="black">
                  <a:tint val="75000"/>
                </a:prstClr>
              </a:solidFill>
            </a:endParaRPr>
          </a:p>
        </p:txBody>
      </p:sp>
      <p:sp>
        <p:nvSpPr>
          <p:cNvPr id="6" name="Fußzeilenplatzhalter 5"/>
          <p:cNvSpPr>
            <a:spLocks noGrp="1"/>
          </p:cNvSpPr>
          <p:nvPr>
            <p:ph type="ftr" sz="quarter" idx="11"/>
          </p:nvPr>
        </p:nvSpPr>
        <p:spPr/>
        <p:txBody>
          <a:bodyPr/>
          <a:lstStyle/>
          <a:p>
            <a:endParaRPr lang="de-DE">
              <a:solidFill>
                <a:prstClr val="black">
                  <a:tint val="75000"/>
                </a:prstClr>
              </a:solidFill>
            </a:endParaRPr>
          </a:p>
        </p:txBody>
      </p:sp>
      <p:sp>
        <p:nvSpPr>
          <p:cNvPr id="7" name="Foliennummernplatzhalter 6"/>
          <p:cNvSpPr>
            <a:spLocks noGrp="1"/>
          </p:cNvSpPr>
          <p:nvPr>
            <p:ph type="sldNum" sz="quarter" idx="12"/>
          </p:nvPr>
        </p:nvSpPr>
        <p:spPr/>
        <p:txBody>
          <a:bodyPr/>
          <a:lstStyle/>
          <a:p>
            <a:fld id="{2171F8E5-7F6B-48BB-84C6-40BAF8E93A10}" type="slidenum">
              <a:rPr lang="de-DE" smtClean="0">
                <a:solidFill>
                  <a:prstClr val="black">
                    <a:tint val="75000"/>
                  </a:prstClr>
                </a:solidFill>
              </a:rPr>
              <a:pPr/>
              <a:t>‹Nr.›</a:t>
            </a:fld>
            <a:endParaRPr lang="de-DE">
              <a:solidFill>
                <a:prstClr val="black">
                  <a:tint val="75000"/>
                </a:prstClr>
              </a:solidFill>
            </a:endParaRPr>
          </a:p>
        </p:txBody>
      </p:sp>
    </p:spTree>
    <p:extLst>
      <p:ext uri="{BB962C8B-B14F-4D97-AF65-F5344CB8AC3E}">
        <p14:creationId xmlns:p14="http://schemas.microsoft.com/office/powerpoint/2010/main" val="286417579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Vertikaler Textplatzhalter 2"/>
          <p:cNvSpPr>
            <a:spLocks noGrp="1"/>
          </p:cNvSpPr>
          <p:nvPr>
            <p:ph type="body" orient="vert" idx="1"/>
          </p:nvPr>
        </p:nvSpPr>
        <p:spPr/>
        <p:txBody>
          <a:bodyPr vert="eaVert"/>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FEC8470D-0089-42ED-85A5-E3DF6854A598}" type="datetimeFigureOut">
              <a:rPr lang="de-DE" smtClean="0">
                <a:solidFill>
                  <a:prstClr val="black">
                    <a:tint val="75000"/>
                  </a:prstClr>
                </a:solidFill>
              </a:rPr>
              <a:pPr/>
              <a:t>30.12.2025</a:t>
            </a:fld>
            <a:endParaRPr lang="de-DE">
              <a:solidFill>
                <a:prstClr val="black">
                  <a:tint val="75000"/>
                </a:prstClr>
              </a:solidFill>
            </a:endParaRPr>
          </a:p>
        </p:txBody>
      </p:sp>
      <p:sp>
        <p:nvSpPr>
          <p:cNvPr id="5" name="Fußzeilenplatzhalter 4"/>
          <p:cNvSpPr>
            <a:spLocks noGrp="1"/>
          </p:cNvSpPr>
          <p:nvPr>
            <p:ph type="ftr" sz="quarter" idx="11"/>
          </p:nvPr>
        </p:nvSpPr>
        <p:spPr/>
        <p:txBody>
          <a:bodyPr/>
          <a:lstStyle/>
          <a:p>
            <a:endParaRPr lang="de-DE">
              <a:solidFill>
                <a:prstClr val="black">
                  <a:tint val="75000"/>
                </a:prstClr>
              </a:solidFill>
            </a:endParaRPr>
          </a:p>
        </p:txBody>
      </p:sp>
      <p:sp>
        <p:nvSpPr>
          <p:cNvPr id="6" name="Foliennummernplatzhalter 5"/>
          <p:cNvSpPr>
            <a:spLocks noGrp="1"/>
          </p:cNvSpPr>
          <p:nvPr>
            <p:ph type="sldNum" sz="quarter" idx="12"/>
          </p:nvPr>
        </p:nvSpPr>
        <p:spPr/>
        <p:txBody>
          <a:bodyPr/>
          <a:lstStyle/>
          <a:p>
            <a:fld id="{2171F8E5-7F6B-48BB-84C6-40BAF8E93A10}" type="slidenum">
              <a:rPr lang="de-DE" smtClean="0">
                <a:solidFill>
                  <a:prstClr val="black">
                    <a:tint val="75000"/>
                  </a:prstClr>
                </a:solidFill>
              </a:rPr>
              <a:pPr/>
              <a:t>‹Nr.›</a:t>
            </a:fld>
            <a:endParaRPr lang="de-DE">
              <a:solidFill>
                <a:prstClr val="black">
                  <a:tint val="75000"/>
                </a:prstClr>
              </a:solidFill>
            </a:endParaRPr>
          </a:p>
        </p:txBody>
      </p:sp>
    </p:spTree>
    <p:extLst>
      <p:ext uri="{BB962C8B-B14F-4D97-AF65-F5344CB8AC3E}">
        <p14:creationId xmlns:p14="http://schemas.microsoft.com/office/powerpoint/2010/main" val="84396735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6543675" y="365125"/>
            <a:ext cx="1971675" cy="5811838"/>
          </a:xfrm>
        </p:spPr>
        <p:txBody>
          <a:bodyPr vert="eaVert"/>
          <a:lstStyle/>
          <a:p>
            <a:r>
              <a:rPr lang="de-DE"/>
              <a:t>Titelmasterformat durch Klicken bearbeiten</a:t>
            </a:r>
          </a:p>
        </p:txBody>
      </p:sp>
      <p:sp>
        <p:nvSpPr>
          <p:cNvPr id="3" name="Vertikaler Textplatzhalter 2"/>
          <p:cNvSpPr>
            <a:spLocks noGrp="1"/>
          </p:cNvSpPr>
          <p:nvPr>
            <p:ph type="body" orient="vert" idx="1"/>
          </p:nvPr>
        </p:nvSpPr>
        <p:spPr>
          <a:xfrm>
            <a:off x="628650" y="365125"/>
            <a:ext cx="5800725" cy="5811838"/>
          </a:xfrm>
        </p:spPr>
        <p:txBody>
          <a:bodyPr vert="eaVert"/>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FEC8470D-0089-42ED-85A5-E3DF6854A598}" type="datetimeFigureOut">
              <a:rPr lang="de-DE" smtClean="0">
                <a:solidFill>
                  <a:prstClr val="black">
                    <a:tint val="75000"/>
                  </a:prstClr>
                </a:solidFill>
              </a:rPr>
              <a:pPr/>
              <a:t>30.12.2025</a:t>
            </a:fld>
            <a:endParaRPr lang="de-DE">
              <a:solidFill>
                <a:prstClr val="black">
                  <a:tint val="75000"/>
                </a:prstClr>
              </a:solidFill>
            </a:endParaRPr>
          </a:p>
        </p:txBody>
      </p:sp>
      <p:sp>
        <p:nvSpPr>
          <p:cNvPr id="5" name="Fußzeilenplatzhalter 4"/>
          <p:cNvSpPr>
            <a:spLocks noGrp="1"/>
          </p:cNvSpPr>
          <p:nvPr>
            <p:ph type="ftr" sz="quarter" idx="11"/>
          </p:nvPr>
        </p:nvSpPr>
        <p:spPr/>
        <p:txBody>
          <a:bodyPr/>
          <a:lstStyle/>
          <a:p>
            <a:endParaRPr lang="de-DE">
              <a:solidFill>
                <a:prstClr val="black">
                  <a:tint val="75000"/>
                </a:prstClr>
              </a:solidFill>
            </a:endParaRPr>
          </a:p>
        </p:txBody>
      </p:sp>
      <p:sp>
        <p:nvSpPr>
          <p:cNvPr id="6" name="Foliennummernplatzhalter 5"/>
          <p:cNvSpPr>
            <a:spLocks noGrp="1"/>
          </p:cNvSpPr>
          <p:nvPr>
            <p:ph type="sldNum" sz="quarter" idx="12"/>
          </p:nvPr>
        </p:nvSpPr>
        <p:spPr/>
        <p:txBody>
          <a:bodyPr/>
          <a:lstStyle/>
          <a:p>
            <a:fld id="{2171F8E5-7F6B-48BB-84C6-40BAF8E93A10}" type="slidenum">
              <a:rPr lang="de-DE" smtClean="0">
                <a:solidFill>
                  <a:prstClr val="black">
                    <a:tint val="75000"/>
                  </a:prstClr>
                </a:solidFill>
              </a:rPr>
              <a:pPr/>
              <a:t>‹Nr.›</a:t>
            </a:fld>
            <a:endParaRPr lang="de-DE">
              <a:solidFill>
                <a:prstClr val="black">
                  <a:tint val="75000"/>
                </a:prstClr>
              </a:solidFill>
            </a:endParaRPr>
          </a:p>
        </p:txBody>
      </p:sp>
    </p:spTree>
    <p:extLst>
      <p:ext uri="{BB962C8B-B14F-4D97-AF65-F5344CB8AC3E}">
        <p14:creationId xmlns:p14="http://schemas.microsoft.com/office/powerpoint/2010/main" val="233184963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p:cNvSpPr>
            <a:spLocks noGrp="1"/>
          </p:cNvSpPr>
          <p:nvPr>
            <p:ph type="ctrTitle"/>
          </p:nvPr>
        </p:nvSpPr>
        <p:spPr>
          <a:xfrm>
            <a:off x="1143000" y="1122363"/>
            <a:ext cx="6858000" cy="2387600"/>
          </a:xfrm>
        </p:spPr>
        <p:txBody>
          <a:bodyPr anchor="b"/>
          <a:lstStyle>
            <a:lvl1pPr algn="ctr">
              <a:defRPr sz="6000"/>
            </a:lvl1pPr>
          </a:lstStyle>
          <a:p>
            <a:r>
              <a:rPr lang="de-DE"/>
              <a:t>Titelmasterformat durch Klicken bearbeiten</a:t>
            </a:r>
          </a:p>
        </p:txBody>
      </p:sp>
      <p:sp>
        <p:nvSpPr>
          <p:cNvPr id="3" name="Untertitel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Formatvorlage des Untertitelmasters durch Klicken bearbeiten</a:t>
            </a:r>
          </a:p>
        </p:txBody>
      </p:sp>
      <p:sp>
        <p:nvSpPr>
          <p:cNvPr id="4" name="Datumsplatzhalter 3"/>
          <p:cNvSpPr>
            <a:spLocks noGrp="1"/>
          </p:cNvSpPr>
          <p:nvPr>
            <p:ph type="dt" sz="half" idx="10"/>
          </p:nvPr>
        </p:nvSpPr>
        <p:spPr/>
        <p:txBody>
          <a:bodyPr/>
          <a:lstStyle/>
          <a:p>
            <a:fld id="{FEC8470D-0089-42ED-85A5-E3DF6854A598}" type="datetimeFigureOut">
              <a:rPr lang="de-DE" smtClean="0">
                <a:solidFill>
                  <a:prstClr val="black">
                    <a:tint val="75000"/>
                  </a:prstClr>
                </a:solidFill>
              </a:rPr>
              <a:pPr/>
              <a:t>30.12.2025</a:t>
            </a:fld>
            <a:endParaRPr lang="de-DE">
              <a:solidFill>
                <a:prstClr val="black">
                  <a:tint val="75000"/>
                </a:prstClr>
              </a:solidFill>
            </a:endParaRPr>
          </a:p>
        </p:txBody>
      </p:sp>
      <p:sp>
        <p:nvSpPr>
          <p:cNvPr id="5" name="Fußzeilenplatzhalter 4"/>
          <p:cNvSpPr>
            <a:spLocks noGrp="1"/>
          </p:cNvSpPr>
          <p:nvPr>
            <p:ph type="ftr" sz="quarter" idx="11"/>
          </p:nvPr>
        </p:nvSpPr>
        <p:spPr/>
        <p:txBody>
          <a:bodyPr/>
          <a:lstStyle/>
          <a:p>
            <a:endParaRPr lang="de-DE">
              <a:solidFill>
                <a:prstClr val="black">
                  <a:tint val="75000"/>
                </a:prstClr>
              </a:solidFill>
            </a:endParaRPr>
          </a:p>
        </p:txBody>
      </p:sp>
      <p:sp>
        <p:nvSpPr>
          <p:cNvPr id="6" name="Foliennummernplatzhalter 5"/>
          <p:cNvSpPr>
            <a:spLocks noGrp="1"/>
          </p:cNvSpPr>
          <p:nvPr>
            <p:ph type="sldNum" sz="quarter" idx="12"/>
          </p:nvPr>
        </p:nvSpPr>
        <p:spPr/>
        <p:txBody>
          <a:bodyPr/>
          <a:lstStyle/>
          <a:p>
            <a:fld id="{2171F8E5-7F6B-48BB-84C6-40BAF8E93A10}" type="slidenum">
              <a:rPr lang="de-DE" smtClean="0">
                <a:solidFill>
                  <a:prstClr val="black">
                    <a:tint val="75000"/>
                  </a:prstClr>
                </a:solidFill>
              </a:rPr>
              <a:pPr/>
              <a:t>‹Nr.›</a:t>
            </a:fld>
            <a:endParaRPr lang="de-DE">
              <a:solidFill>
                <a:prstClr val="black">
                  <a:tint val="75000"/>
                </a:prstClr>
              </a:solidFill>
            </a:endParaRPr>
          </a:p>
        </p:txBody>
      </p:sp>
    </p:spTree>
    <p:extLst>
      <p:ext uri="{BB962C8B-B14F-4D97-AF65-F5344CB8AC3E}">
        <p14:creationId xmlns:p14="http://schemas.microsoft.com/office/powerpoint/2010/main" val="427552322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Inhaltsplatzhalter 2"/>
          <p:cNvSpPr>
            <a:spLocks noGrp="1"/>
          </p:cNvSpPr>
          <p:nvPr>
            <p:ph idx="1"/>
          </p:nvPr>
        </p:nvSpPr>
        <p:spPr/>
        <p:txBody>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FEC8470D-0089-42ED-85A5-E3DF6854A598}" type="datetimeFigureOut">
              <a:rPr lang="de-DE" smtClean="0">
                <a:solidFill>
                  <a:prstClr val="black">
                    <a:tint val="75000"/>
                  </a:prstClr>
                </a:solidFill>
              </a:rPr>
              <a:pPr/>
              <a:t>30.12.2025</a:t>
            </a:fld>
            <a:endParaRPr lang="de-DE">
              <a:solidFill>
                <a:prstClr val="black">
                  <a:tint val="75000"/>
                </a:prstClr>
              </a:solidFill>
            </a:endParaRPr>
          </a:p>
        </p:txBody>
      </p:sp>
      <p:sp>
        <p:nvSpPr>
          <p:cNvPr id="5" name="Fußzeilenplatzhalter 4"/>
          <p:cNvSpPr>
            <a:spLocks noGrp="1"/>
          </p:cNvSpPr>
          <p:nvPr>
            <p:ph type="ftr" sz="quarter" idx="11"/>
          </p:nvPr>
        </p:nvSpPr>
        <p:spPr/>
        <p:txBody>
          <a:bodyPr/>
          <a:lstStyle/>
          <a:p>
            <a:endParaRPr lang="de-DE">
              <a:solidFill>
                <a:prstClr val="black">
                  <a:tint val="75000"/>
                </a:prstClr>
              </a:solidFill>
            </a:endParaRPr>
          </a:p>
        </p:txBody>
      </p:sp>
      <p:sp>
        <p:nvSpPr>
          <p:cNvPr id="6" name="Foliennummernplatzhalter 5"/>
          <p:cNvSpPr>
            <a:spLocks noGrp="1"/>
          </p:cNvSpPr>
          <p:nvPr>
            <p:ph type="sldNum" sz="quarter" idx="12"/>
          </p:nvPr>
        </p:nvSpPr>
        <p:spPr/>
        <p:txBody>
          <a:bodyPr/>
          <a:lstStyle/>
          <a:p>
            <a:fld id="{2171F8E5-7F6B-48BB-84C6-40BAF8E93A10}" type="slidenum">
              <a:rPr lang="de-DE" smtClean="0">
                <a:solidFill>
                  <a:prstClr val="black">
                    <a:tint val="75000"/>
                  </a:prstClr>
                </a:solidFill>
              </a:rPr>
              <a:pPr/>
              <a:t>‹Nr.›</a:t>
            </a:fld>
            <a:endParaRPr lang="de-DE">
              <a:solidFill>
                <a:prstClr val="black">
                  <a:tint val="75000"/>
                </a:prstClr>
              </a:solidFill>
            </a:endParaRPr>
          </a:p>
        </p:txBody>
      </p:sp>
    </p:spTree>
    <p:extLst>
      <p:ext uri="{BB962C8B-B14F-4D97-AF65-F5344CB8AC3E}">
        <p14:creationId xmlns:p14="http://schemas.microsoft.com/office/powerpoint/2010/main" val="35906638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623888" y="1709739"/>
            <a:ext cx="7886700" cy="2852737"/>
          </a:xfrm>
        </p:spPr>
        <p:txBody>
          <a:bodyPr anchor="b"/>
          <a:lstStyle>
            <a:lvl1pPr>
              <a:defRPr sz="6000"/>
            </a:lvl1pPr>
          </a:lstStyle>
          <a:p>
            <a:r>
              <a:rPr lang="de-DE"/>
              <a:t>Titelmasterformat durch Klicken bearbeiten</a:t>
            </a:r>
          </a:p>
        </p:txBody>
      </p:sp>
      <p:sp>
        <p:nvSpPr>
          <p:cNvPr id="3" name="Textplatzhalter 2"/>
          <p:cNvSpPr>
            <a:spLocks noGrp="1"/>
          </p:cNvSpPr>
          <p:nvPr>
            <p:ph type="body" idx="1"/>
          </p:nvPr>
        </p:nvSpPr>
        <p:spPr>
          <a:xfrm>
            <a:off x="623888" y="4589464"/>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Formatvorlagen des Textmasters bearbeiten</a:t>
            </a:r>
          </a:p>
        </p:txBody>
      </p:sp>
      <p:sp>
        <p:nvSpPr>
          <p:cNvPr id="4" name="Datumsplatzhalter 3"/>
          <p:cNvSpPr>
            <a:spLocks noGrp="1"/>
          </p:cNvSpPr>
          <p:nvPr>
            <p:ph type="dt" sz="half" idx="10"/>
          </p:nvPr>
        </p:nvSpPr>
        <p:spPr/>
        <p:txBody>
          <a:bodyPr/>
          <a:lstStyle/>
          <a:p>
            <a:fld id="{FEC8470D-0089-42ED-85A5-E3DF6854A598}" type="datetimeFigureOut">
              <a:rPr lang="de-DE" smtClean="0">
                <a:solidFill>
                  <a:prstClr val="black">
                    <a:tint val="75000"/>
                  </a:prstClr>
                </a:solidFill>
              </a:rPr>
              <a:pPr/>
              <a:t>30.12.2025</a:t>
            </a:fld>
            <a:endParaRPr lang="de-DE">
              <a:solidFill>
                <a:prstClr val="black">
                  <a:tint val="75000"/>
                </a:prstClr>
              </a:solidFill>
            </a:endParaRPr>
          </a:p>
        </p:txBody>
      </p:sp>
      <p:sp>
        <p:nvSpPr>
          <p:cNvPr id="5" name="Fußzeilenplatzhalter 4"/>
          <p:cNvSpPr>
            <a:spLocks noGrp="1"/>
          </p:cNvSpPr>
          <p:nvPr>
            <p:ph type="ftr" sz="quarter" idx="11"/>
          </p:nvPr>
        </p:nvSpPr>
        <p:spPr/>
        <p:txBody>
          <a:bodyPr/>
          <a:lstStyle/>
          <a:p>
            <a:endParaRPr lang="de-DE">
              <a:solidFill>
                <a:prstClr val="black">
                  <a:tint val="75000"/>
                </a:prstClr>
              </a:solidFill>
            </a:endParaRPr>
          </a:p>
        </p:txBody>
      </p:sp>
      <p:sp>
        <p:nvSpPr>
          <p:cNvPr id="6" name="Foliennummernplatzhalter 5"/>
          <p:cNvSpPr>
            <a:spLocks noGrp="1"/>
          </p:cNvSpPr>
          <p:nvPr>
            <p:ph type="sldNum" sz="quarter" idx="12"/>
          </p:nvPr>
        </p:nvSpPr>
        <p:spPr/>
        <p:txBody>
          <a:bodyPr/>
          <a:lstStyle/>
          <a:p>
            <a:fld id="{2171F8E5-7F6B-48BB-84C6-40BAF8E93A10}" type="slidenum">
              <a:rPr lang="de-DE" smtClean="0">
                <a:solidFill>
                  <a:prstClr val="black">
                    <a:tint val="75000"/>
                  </a:prstClr>
                </a:solidFill>
              </a:rPr>
              <a:pPr/>
              <a:t>‹Nr.›</a:t>
            </a:fld>
            <a:endParaRPr lang="de-DE">
              <a:solidFill>
                <a:prstClr val="black">
                  <a:tint val="75000"/>
                </a:prstClr>
              </a:solidFill>
            </a:endParaRPr>
          </a:p>
        </p:txBody>
      </p:sp>
    </p:spTree>
    <p:extLst>
      <p:ext uri="{BB962C8B-B14F-4D97-AF65-F5344CB8AC3E}">
        <p14:creationId xmlns:p14="http://schemas.microsoft.com/office/powerpoint/2010/main" val="81748761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Inhaltsplatzhalter 2"/>
          <p:cNvSpPr>
            <a:spLocks noGrp="1"/>
          </p:cNvSpPr>
          <p:nvPr>
            <p:ph sz="half" idx="1"/>
          </p:nvPr>
        </p:nvSpPr>
        <p:spPr>
          <a:xfrm>
            <a:off x="628650" y="1825625"/>
            <a:ext cx="3886200" cy="4351338"/>
          </a:xfrm>
        </p:spPr>
        <p:txBody>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p:cNvSpPr>
            <a:spLocks noGrp="1"/>
          </p:cNvSpPr>
          <p:nvPr>
            <p:ph sz="half" idx="2"/>
          </p:nvPr>
        </p:nvSpPr>
        <p:spPr>
          <a:xfrm>
            <a:off x="4629150" y="1825625"/>
            <a:ext cx="3886200" cy="4351338"/>
          </a:xfrm>
        </p:spPr>
        <p:txBody>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p:cNvSpPr>
            <a:spLocks noGrp="1"/>
          </p:cNvSpPr>
          <p:nvPr>
            <p:ph type="dt" sz="half" idx="10"/>
          </p:nvPr>
        </p:nvSpPr>
        <p:spPr/>
        <p:txBody>
          <a:bodyPr/>
          <a:lstStyle/>
          <a:p>
            <a:fld id="{FEC8470D-0089-42ED-85A5-E3DF6854A598}" type="datetimeFigureOut">
              <a:rPr lang="de-DE" smtClean="0">
                <a:solidFill>
                  <a:prstClr val="black">
                    <a:tint val="75000"/>
                  </a:prstClr>
                </a:solidFill>
              </a:rPr>
              <a:pPr/>
              <a:t>30.12.2025</a:t>
            </a:fld>
            <a:endParaRPr lang="de-DE">
              <a:solidFill>
                <a:prstClr val="black">
                  <a:tint val="75000"/>
                </a:prstClr>
              </a:solidFill>
            </a:endParaRPr>
          </a:p>
        </p:txBody>
      </p:sp>
      <p:sp>
        <p:nvSpPr>
          <p:cNvPr id="6" name="Fußzeilenplatzhalter 5"/>
          <p:cNvSpPr>
            <a:spLocks noGrp="1"/>
          </p:cNvSpPr>
          <p:nvPr>
            <p:ph type="ftr" sz="quarter" idx="11"/>
          </p:nvPr>
        </p:nvSpPr>
        <p:spPr/>
        <p:txBody>
          <a:bodyPr/>
          <a:lstStyle/>
          <a:p>
            <a:endParaRPr lang="de-DE">
              <a:solidFill>
                <a:prstClr val="black">
                  <a:tint val="75000"/>
                </a:prstClr>
              </a:solidFill>
            </a:endParaRPr>
          </a:p>
        </p:txBody>
      </p:sp>
      <p:sp>
        <p:nvSpPr>
          <p:cNvPr id="7" name="Foliennummernplatzhalter 6"/>
          <p:cNvSpPr>
            <a:spLocks noGrp="1"/>
          </p:cNvSpPr>
          <p:nvPr>
            <p:ph type="sldNum" sz="quarter" idx="12"/>
          </p:nvPr>
        </p:nvSpPr>
        <p:spPr/>
        <p:txBody>
          <a:bodyPr/>
          <a:lstStyle/>
          <a:p>
            <a:fld id="{2171F8E5-7F6B-48BB-84C6-40BAF8E93A10}" type="slidenum">
              <a:rPr lang="de-DE" smtClean="0">
                <a:solidFill>
                  <a:prstClr val="black">
                    <a:tint val="75000"/>
                  </a:prstClr>
                </a:solidFill>
              </a:rPr>
              <a:pPr/>
              <a:t>‹Nr.›</a:t>
            </a:fld>
            <a:endParaRPr lang="de-DE">
              <a:solidFill>
                <a:prstClr val="black">
                  <a:tint val="75000"/>
                </a:prstClr>
              </a:solidFill>
            </a:endParaRPr>
          </a:p>
        </p:txBody>
      </p:sp>
    </p:spTree>
    <p:extLst>
      <p:ext uri="{BB962C8B-B14F-4D97-AF65-F5344CB8AC3E}">
        <p14:creationId xmlns:p14="http://schemas.microsoft.com/office/powerpoint/2010/main" val="758130624"/>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p:cNvSpPr>
            <a:spLocks noGrp="1"/>
          </p:cNvSpPr>
          <p:nvPr>
            <p:ph type="title"/>
          </p:nvPr>
        </p:nvSpPr>
        <p:spPr>
          <a:xfrm>
            <a:off x="629841" y="365126"/>
            <a:ext cx="7886700" cy="1325563"/>
          </a:xfrm>
        </p:spPr>
        <p:txBody>
          <a:bodyPr/>
          <a:lstStyle/>
          <a:p>
            <a:r>
              <a:rPr lang="de-DE"/>
              <a:t>Titelmasterformat durch Klicken bearbeiten</a:t>
            </a:r>
          </a:p>
        </p:txBody>
      </p:sp>
      <p:sp>
        <p:nvSpPr>
          <p:cNvPr id="3" name="Textplatzhalt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Formatvorlagen des Textmasters bearbeiten</a:t>
            </a:r>
          </a:p>
        </p:txBody>
      </p:sp>
      <p:sp>
        <p:nvSpPr>
          <p:cNvPr id="4" name="Inhaltsplatzhalter 3"/>
          <p:cNvSpPr>
            <a:spLocks noGrp="1"/>
          </p:cNvSpPr>
          <p:nvPr>
            <p:ph sz="half" idx="2"/>
          </p:nvPr>
        </p:nvSpPr>
        <p:spPr>
          <a:xfrm>
            <a:off x="629842" y="2505075"/>
            <a:ext cx="3868340" cy="3684588"/>
          </a:xfrm>
        </p:spPr>
        <p:txBody>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Formatvorlagen des Textmasters bearbeiten</a:t>
            </a:r>
          </a:p>
        </p:txBody>
      </p:sp>
      <p:sp>
        <p:nvSpPr>
          <p:cNvPr id="6" name="Inhaltsplatzhalter 5"/>
          <p:cNvSpPr>
            <a:spLocks noGrp="1"/>
          </p:cNvSpPr>
          <p:nvPr>
            <p:ph sz="quarter" idx="4"/>
          </p:nvPr>
        </p:nvSpPr>
        <p:spPr>
          <a:xfrm>
            <a:off x="4629150" y="2505075"/>
            <a:ext cx="3887391" cy="3684588"/>
          </a:xfrm>
        </p:spPr>
        <p:txBody>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7" name="Datumsplatzhalter 6"/>
          <p:cNvSpPr>
            <a:spLocks noGrp="1"/>
          </p:cNvSpPr>
          <p:nvPr>
            <p:ph type="dt" sz="half" idx="10"/>
          </p:nvPr>
        </p:nvSpPr>
        <p:spPr/>
        <p:txBody>
          <a:bodyPr/>
          <a:lstStyle/>
          <a:p>
            <a:fld id="{FEC8470D-0089-42ED-85A5-E3DF6854A598}" type="datetimeFigureOut">
              <a:rPr lang="de-DE" smtClean="0">
                <a:solidFill>
                  <a:prstClr val="black">
                    <a:tint val="75000"/>
                  </a:prstClr>
                </a:solidFill>
              </a:rPr>
              <a:pPr/>
              <a:t>30.12.2025</a:t>
            </a:fld>
            <a:endParaRPr lang="de-DE">
              <a:solidFill>
                <a:prstClr val="black">
                  <a:tint val="75000"/>
                </a:prstClr>
              </a:solidFill>
            </a:endParaRPr>
          </a:p>
        </p:txBody>
      </p:sp>
      <p:sp>
        <p:nvSpPr>
          <p:cNvPr id="8" name="Fußzeilenplatzhalter 7"/>
          <p:cNvSpPr>
            <a:spLocks noGrp="1"/>
          </p:cNvSpPr>
          <p:nvPr>
            <p:ph type="ftr" sz="quarter" idx="11"/>
          </p:nvPr>
        </p:nvSpPr>
        <p:spPr/>
        <p:txBody>
          <a:bodyPr/>
          <a:lstStyle/>
          <a:p>
            <a:endParaRPr lang="de-DE">
              <a:solidFill>
                <a:prstClr val="black">
                  <a:tint val="75000"/>
                </a:prstClr>
              </a:solidFill>
            </a:endParaRPr>
          </a:p>
        </p:txBody>
      </p:sp>
      <p:sp>
        <p:nvSpPr>
          <p:cNvPr id="9" name="Foliennummernplatzhalter 8"/>
          <p:cNvSpPr>
            <a:spLocks noGrp="1"/>
          </p:cNvSpPr>
          <p:nvPr>
            <p:ph type="sldNum" sz="quarter" idx="12"/>
          </p:nvPr>
        </p:nvSpPr>
        <p:spPr/>
        <p:txBody>
          <a:bodyPr/>
          <a:lstStyle/>
          <a:p>
            <a:fld id="{2171F8E5-7F6B-48BB-84C6-40BAF8E93A10}" type="slidenum">
              <a:rPr lang="de-DE" smtClean="0">
                <a:solidFill>
                  <a:prstClr val="black">
                    <a:tint val="75000"/>
                  </a:prstClr>
                </a:solidFill>
              </a:rPr>
              <a:pPr/>
              <a:t>‹Nr.›</a:t>
            </a:fld>
            <a:endParaRPr lang="de-DE">
              <a:solidFill>
                <a:prstClr val="black">
                  <a:tint val="75000"/>
                </a:prstClr>
              </a:solidFill>
            </a:endParaRPr>
          </a:p>
        </p:txBody>
      </p:sp>
    </p:spTree>
    <p:extLst>
      <p:ext uri="{BB962C8B-B14F-4D97-AF65-F5344CB8AC3E}">
        <p14:creationId xmlns:p14="http://schemas.microsoft.com/office/powerpoint/2010/main" val="309048394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Datumsplatzhalter 2"/>
          <p:cNvSpPr>
            <a:spLocks noGrp="1"/>
          </p:cNvSpPr>
          <p:nvPr>
            <p:ph type="dt" sz="half" idx="10"/>
          </p:nvPr>
        </p:nvSpPr>
        <p:spPr/>
        <p:txBody>
          <a:bodyPr/>
          <a:lstStyle/>
          <a:p>
            <a:fld id="{FEC8470D-0089-42ED-85A5-E3DF6854A598}" type="datetimeFigureOut">
              <a:rPr lang="de-DE" smtClean="0">
                <a:solidFill>
                  <a:prstClr val="black">
                    <a:tint val="75000"/>
                  </a:prstClr>
                </a:solidFill>
              </a:rPr>
              <a:pPr/>
              <a:t>30.12.2025</a:t>
            </a:fld>
            <a:endParaRPr lang="de-DE">
              <a:solidFill>
                <a:prstClr val="black">
                  <a:tint val="75000"/>
                </a:prstClr>
              </a:solidFill>
            </a:endParaRPr>
          </a:p>
        </p:txBody>
      </p:sp>
      <p:sp>
        <p:nvSpPr>
          <p:cNvPr id="4" name="Fußzeilenplatzhalter 3"/>
          <p:cNvSpPr>
            <a:spLocks noGrp="1"/>
          </p:cNvSpPr>
          <p:nvPr>
            <p:ph type="ftr" sz="quarter" idx="11"/>
          </p:nvPr>
        </p:nvSpPr>
        <p:spPr/>
        <p:txBody>
          <a:bodyPr/>
          <a:lstStyle/>
          <a:p>
            <a:endParaRPr lang="de-DE">
              <a:solidFill>
                <a:prstClr val="black">
                  <a:tint val="75000"/>
                </a:prstClr>
              </a:solidFill>
            </a:endParaRPr>
          </a:p>
        </p:txBody>
      </p:sp>
      <p:sp>
        <p:nvSpPr>
          <p:cNvPr id="5" name="Foliennummernplatzhalter 4"/>
          <p:cNvSpPr>
            <a:spLocks noGrp="1"/>
          </p:cNvSpPr>
          <p:nvPr>
            <p:ph type="sldNum" sz="quarter" idx="12"/>
          </p:nvPr>
        </p:nvSpPr>
        <p:spPr/>
        <p:txBody>
          <a:bodyPr/>
          <a:lstStyle/>
          <a:p>
            <a:fld id="{2171F8E5-7F6B-48BB-84C6-40BAF8E93A10}" type="slidenum">
              <a:rPr lang="de-DE" smtClean="0">
                <a:solidFill>
                  <a:prstClr val="black">
                    <a:tint val="75000"/>
                  </a:prstClr>
                </a:solidFill>
              </a:rPr>
              <a:pPr/>
              <a:t>‹Nr.›</a:t>
            </a:fld>
            <a:endParaRPr lang="de-DE">
              <a:solidFill>
                <a:prstClr val="black">
                  <a:tint val="75000"/>
                </a:prstClr>
              </a:solidFill>
            </a:endParaRPr>
          </a:p>
        </p:txBody>
      </p:sp>
    </p:spTree>
    <p:extLst>
      <p:ext uri="{BB962C8B-B14F-4D97-AF65-F5344CB8AC3E}">
        <p14:creationId xmlns:p14="http://schemas.microsoft.com/office/powerpoint/2010/main" val="362280874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FEC8470D-0089-42ED-85A5-E3DF6854A598}" type="datetimeFigureOut">
              <a:rPr lang="de-DE" smtClean="0">
                <a:solidFill>
                  <a:prstClr val="black">
                    <a:tint val="75000"/>
                  </a:prstClr>
                </a:solidFill>
              </a:rPr>
              <a:pPr/>
              <a:t>30.12.2025</a:t>
            </a:fld>
            <a:endParaRPr lang="de-DE">
              <a:solidFill>
                <a:prstClr val="black">
                  <a:tint val="75000"/>
                </a:prstClr>
              </a:solidFill>
            </a:endParaRPr>
          </a:p>
        </p:txBody>
      </p:sp>
      <p:sp>
        <p:nvSpPr>
          <p:cNvPr id="3" name="Fußzeilenplatzhalter 2"/>
          <p:cNvSpPr>
            <a:spLocks noGrp="1"/>
          </p:cNvSpPr>
          <p:nvPr>
            <p:ph type="ftr" sz="quarter" idx="11"/>
          </p:nvPr>
        </p:nvSpPr>
        <p:spPr/>
        <p:txBody>
          <a:bodyPr/>
          <a:lstStyle/>
          <a:p>
            <a:endParaRPr lang="de-DE">
              <a:solidFill>
                <a:prstClr val="black">
                  <a:tint val="75000"/>
                </a:prstClr>
              </a:solidFill>
            </a:endParaRPr>
          </a:p>
        </p:txBody>
      </p:sp>
      <p:sp>
        <p:nvSpPr>
          <p:cNvPr id="4" name="Foliennummernplatzhalter 3"/>
          <p:cNvSpPr>
            <a:spLocks noGrp="1"/>
          </p:cNvSpPr>
          <p:nvPr>
            <p:ph type="sldNum" sz="quarter" idx="12"/>
          </p:nvPr>
        </p:nvSpPr>
        <p:spPr/>
        <p:txBody>
          <a:bodyPr/>
          <a:lstStyle/>
          <a:p>
            <a:fld id="{2171F8E5-7F6B-48BB-84C6-40BAF8E93A10}" type="slidenum">
              <a:rPr lang="de-DE" smtClean="0">
                <a:solidFill>
                  <a:prstClr val="black">
                    <a:tint val="75000"/>
                  </a:prstClr>
                </a:solidFill>
              </a:rPr>
              <a:pPr/>
              <a:t>‹Nr.›</a:t>
            </a:fld>
            <a:endParaRPr lang="de-DE">
              <a:solidFill>
                <a:prstClr val="black">
                  <a:tint val="75000"/>
                </a:prstClr>
              </a:solidFill>
            </a:endParaRPr>
          </a:p>
        </p:txBody>
      </p:sp>
    </p:spTree>
    <p:extLst>
      <p:ext uri="{BB962C8B-B14F-4D97-AF65-F5344CB8AC3E}">
        <p14:creationId xmlns:p14="http://schemas.microsoft.com/office/powerpoint/2010/main" val="1997813282"/>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629841" y="457200"/>
            <a:ext cx="2949178" cy="1600200"/>
          </a:xfrm>
        </p:spPr>
        <p:txBody>
          <a:bodyPr anchor="b"/>
          <a:lstStyle>
            <a:lvl1pPr>
              <a:defRPr sz="3200"/>
            </a:lvl1pPr>
          </a:lstStyle>
          <a:p>
            <a:r>
              <a:rPr lang="de-DE"/>
              <a:t>Titelmasterformat durch Klicken bearbeiten</a:t>
            </a:r>
          </a:p>
        </p:txBody>
      </p:sp>
      <p:sp>
        <p:nvSpPr>
          <p:cNvPr id="3" name="Inhaltsplatzhalt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Formatvorlagen des Textmasters bearbeiten</a:t>
            </a:r>
          </a:p>
        </p:txBody>
      </p:sp>
      <p:sp>
        <p:nvSpPr>
          <p:cNvPr id="5" name="Datumsplatzhalter 4"/>
          <p:cNvSpPr>
            <a:spLocks noGrp="1"/>
          </p:cNvSpPr>
          <p:nvPr>
            <p:ph type="dt" sz="half" idx="10"/>
          </p:nvPr>
        </p:nvSpPr>
        <p:spPr/>
        <p:txBody>
          <a:bodyPr/>
          <a:lstStyle/>
          <a:p>
            <a:fld id="{FEC8470D-0089-42ED-85A5-E3DF6854A598}" type="datetimeFigureOut">
              <a:rPr lang="de-DE" smtClean="0">
                <a:solidFill>
                  <a:prstClr val="black">
                    <a:tint val="75000"/>
                  </a:prstClr>
                </a:solidFill>
              </a:rPr>
              <a:pPr/>
              <a:t>30.12.2025</a:t>
            </a:fld>
            <a:endParaRPr lang="de-DE">
              <a:solidFill>
                <a:prstClr val="black">
                  <a:tint val="75000"/>
                </a:prstClr>
              </a:solidFill>
            </a:endParaRPr>
          </a:p>
        </p:txBody>
      </p:sp>
      <p:sp>
        <p:nvSpPr>
          <p:cNvPr id="6" name="Fußzeilenplatzhalter 5"/>
          <p:cNvSpPr>
            <a:spLocks noGrp="1"/>
          </p:cNvSpPr>
          <p:nvPr>
            <p:ph type="ftr" sz="quarter" idx="11"/>
          </p:nvPr>
        </p:nvSpPr>
        <p:spPr/>
        <p:txBody>
          <a:bodyPr/>
          <a:lstStyle/>
          <a:p>
            <a:endParaRPr lang="de-DE">
              <a:solidFill>
                <a:prstClr val="black">
                  <a:tint val="75000"/>
                </a:prstClr>
              </a:solidFill>
            </a:endParaRPr>
          </a:p>
        </p:txBody>
      </p:sp>
      <p:sp>
        <p:nvSpPr>
          <p:cNvPr id="7" name="Foliennummernplatzhalter 6"/>
          <p:cNvSpPr>
            <a:spLocks noGrp="1"/>
          </p:cNvSpPr>
          <p:nvPr>
            <p:ph type="sldNum" sz="quarter" idx="12"/>
          </p:nvPr>
        </p:nvSpPr>
        <p:spPr/>
        <p:txBody>
          <a:bodyPr/>
          <a:lstStyle/>
          <a:p>
            <a:fld id="{2171F8E5-7F6B-48BB-84C6-40BAF8E93A10}" type="slidenum">
              <a:rPr lang="de-DE" smtClean="0">
                <a:solidFill>
                  <a:prstClr val="black">
                    <a:tint val="75000"/>
                  </a:prstClr>
                </a:solidFill>
              </a:rPr>
              <a:pPr/>
              <a:t>‹Nr.›</a:t>
            </a:fld>
            <a:endParaRPr lang="de-DE">
              <a:solidFill>
                <a:prstClr val="black">
                  <a:tint val="75000"/>
                </a:prstClr>
              </a:solidFill>
            </a:endParaRPr>
          </a:p>
        </p:txBody>
      </p:sp>
    </p:spTree>
    <p:extLst>
      <p:ext uri="{BB962C8B-B14F-4D97-AF65-F5344CB8AC3E}">
        <p14:creationId xmlns:p14="http://schemas.microsoft.com/office/powerpoint/2010/main" val="2541753203"/>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629841" y="457200"/>
            <a:ext cx="2949178" cy="1600200"/>
          </a:xfrm>
        </p:spPr>
        <p:txBody>
          <a:bodyPr anchor="b"/>
          <a:lstStyle>
            <a:lvl1pPr>
              <a:defRPr sz="3200"/>
            </a:lvl1pPr>
          </a:lstStyle>
          <a:p>
            <a:r>
              <a:rPr lang="de-DE"/>
              <a:t>Titelmasterformat durch Klicken bearbeiten</a:t>
            </a:r>
          </a:p>
        </p:txBody>
      </p:sp>
      <p:sp>
        <p:nvSpPr>
          <p:cNvPr id="3" name="Bildplatzhalter 2"/>
          <p:cNvSpPr>
            <a:spLocks noGrp="1"/>
          </p:cNvSpPr>
          <p:nvPr>
            <p:ph type="pic" idx="1"/>
          </p:nvPr>
        </p:nvSpPr>
        <p:spPr>
          <a:xfrm>
            <a:off x="3887391" y="987426"/>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platzhalt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Formatvorlagen des Textmasters bearbeiten</a:t>
            </a:r>
          </a:p>
        </p:txBody>
      </p:sp>
      <p:sp>
        <p:nvSpPr>
          <p:cNvPr id="5" name="Datumsplatzhalter 4"/>
          <p:cNvSpPr>
            <a:spLocks noGrp="1"/>
          </p:cNvSpPr>
          <p:nvPr>
            <p:ph type="dt" sz="half" idx="10"/>
          </p:nvPr>
        </p:nvSpPr>
        <p:spPr/>
        <p:txBody>
          <a:bodyPr/>
          <a:lstStyle/>
          <a:p>
            <a:fld id="{FEC8470D-0089-42ED-85A5-E3DF6854A598}" type="datetimeFigureOut">
              <a:rPr lang="de-DE" smtClean="0">
                <a:solidFill>
                  <a:prstClr val="black">
                    <a:tint val="75000"/>
                  </a:prstClr>
                </a:solidFill>
              </a:rPr>
              <a:pPr/>
              <a:t>30.12.2025</a:t>
            </a:fld>
            <a:endParaRPr lang="de-DE">
              <a:solidFill>
                <a:prstClr val="black">
                  <a:tint val="75000"/>
                </a:prstClr>
              </a:solidFill>
            </a:endParaRPr>
          </a:p>
        </p:txBody>
      </p:sp>
      <p:sp>
        <p:nvSpPr>
          <p:cNvPr id="6" name="Fußzeilenplatzhalter 5"/>
          <p:cNvSpPr>
            <a:spLocks noGrp="1"/>
          </p:cNvSpPr>
          <p:nvPr>
            <p:ph type="ftr" sz="quarter" idx="11"/>
          </p:nvPr>
        </p:nvSpPr>
        <p:spPr/>
        <p:txBody>
          <a:bodyPr/>
          <a:lstStyle/>
          <a:p>
            <a:endParaRPr lang="de-DE">
              <a:solidFill>
                <a:prstClr val="black">
                  <a:tint val="75000"/>
                </a:prstClr>
              </a:solidFill>
            </a:endParaRPr>
          </a:p>
        </p:txBody>
      </p:sp>
      <p:sp>
        <p:nvSpPr>
          <p:cNvPr id="7" name="Foliennummernplatzhalter 6"/>
          <p:cNvSpPr>
            <a:spLocks noGrp="1"/>
          </p:cNvSpPr>
          <p:nvPr>
            <p:ph type="sldNum" sz="quarter" idx="12"/>
          </p:nvPr>
        </p:nvSpPr>
        <p:spPr/>
        <p:txBody>
          <a:bodyPr/>
          <a:lstStyle/>
          <a:p>
            <a:fld id="{2171F8E5-7F6B-48BB-84C6-40BAF8E93A10}" type="slidenum">
              <a:rPr lang="de-DE" smtClean="0">
                <a:solidFill>
                  <a:prstClr val="black">
                    <a:tint val="75000"/>
                  </a:prstClr>
                </a:solidFill>
              </a:rPr>
              <a:pPr/>
              <a:t>‹Nr.›</a:t>
            </a:fld>
            <a:endParaRPr lang="de-DE">
              <a:solidFill>
                <a:prstClr val="black">
                  <a:tint val="75000"/>
                </a:prstClr>
              </a:solidFill>
            </a:endParaRPr>
          </a:p>
        </p:txBody>
      </p:sp>
    </p:spTree>
    <p:extLst>
      <p:ext uri="{BB962C8B-B14F-4D97-AF65-F5344CB8AC3E}">
        <p14:creationId xmlns:p14="http://schemas.microsoft.com/office/powerpoint/2010/main" val="132523174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Vertikaler Textplatzhalter 2"/>
          <p:cNvSpPr>
            <a:spLocks noGrp="1"/>
          </p:cNvSpPr>
          <p:nvPr>
            <p:ph type="body" orient="vert" idx="1"/>
          </p:nvPr>
        </p:nvSpPr>
        <p:spPr/>
        <p:txBody>
          <a:bodyPr vert="eaVert"/>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FEC8470D-0089-42ED-85A5-E3DF6854A598}" type="datetimeFigureOut">
              <a:rPr lang="de-DE" smtClean="0">
                <a:solidFill>
                  <a:prstClr val="black">
                    <a:tint val="75000"/>
                  </a:prstClr>
                </a:solidFill>
              </a:rPr>
              <a:pPr/>
              <a:t>30.12.2025</a:t>
            </a:fld>
            <a:endParaRPr lang="de-DE">
              <a:solidFill>
                <a:prstClr val="black">
                  <a:tint val="75000"/>
                </a:prstClr>
              </a:solidFill>
            </a:endParaRPr>
          </a:p>
        </p:txBody>
      </p:sp>
      <p:sp>
        <p:nvSpPr>
          <p:cNvPr id="5" name="Fußzeilenplatzhalter 4"/>
          <p:cNvSpPr>
            <a:spLocks noGrp="1"/>
          </p:cNvSpPr>
          <p:nvPr>
            <p:ph type="ftr" sz="quarter" idx="11"/>
          </p:nvPr>
        </p:nvSpPr>
        <p:spPr/>
        <p:txBody>
          <a:bodyPr/>
          <a:lstStyle/>
          <a:p>
            <a:endParaRPr lang="de-DE">
              <a:solidFill>
                <a:prstClr val="black">
                  <a:tint val="75000"/>
                </a:prstClr>
              </a:solidFill>
            </a:endParaRPr>
          </a:p>
        </p:txBody>
      </p:sp>
      <p:sp>
        <p:nvSpPr>
          <p:cNvPr id="6" name="Foliennummernplatzhalter 5"/>
          <p:cNvSpPr>
            <a:spLocks noGrp="1"/>
          </p:cNvSpPr>
          <p:nvPr>
            <p:ph type="sldNum" sz="quarter" idx="12"/>
          </p:nvPr>
        </p:nvSpPr>
        <p:spPr/>
        <p:txBody>
          <a:bodyPr/>
          <a:lstStyle/>
          <a:p>
            <a:fld id="{2171F8E5-7F6B-48BB-84C6-40BAF8E93A10}" type="slidenum">
              <a:rPr lang="de-DE" smtClean="0">
                <a:solidFill>
                  <a:prstClr val="black">
                    <a:tint val="75000"/>
                  </a:prstClr>
                </a:solidFill>
              </a:rPr>
              <a:pPr/>
              <a:t>‹Nr.›</a:t>
            </a:fld>
            <a:endParaRPr lang="de-DE">
              <a:solidFill>
                <a:prstClr val="black">
                  <a:tint val="75000"/>
                </a:prstClr>
              </a:solidFill>
            </a:endParaRPr>
          </a:p>
        </p:txBody>
      </p:sp>
    </p:spTree>
    <p:extLst>
      <p:ext uri="{BB962C8B-B14F-4D97-AF65-F5344CB8AC3E}">
        <p14:creationId xmlns:p14="http://schemas.microsoft.com/office/powerpoint/2010/main" val="4234336161"/>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6543675" y="365125"/>
            <a:ext cx="1971675" cy="5811838"/>
          </a:xfrm>
        </p:spPr>
        <p:txBody>
          <a:bodyPr vert="eaVert"/>
          <a:lstStyle/>
          <a:p>
            <a:r>
              <a:rPr lang="de-DE"/>
              <a:t>Titelmasterformat durch Klicken bearbeiten</a:t>
            </a:r>
          </a:p>
        </p:txBody>
      </p:sp>
      <p:sp>
        <p:nvSpPr>
          <p:cNvPr id="3" name="Vertikaler Textplatzhalter 2"/>
          <p:cNvSpPr>
            <a:spLocks noGrp="1"/>
          </p:cNvSpPr>
          <p:nvPr>
            <p:ph type="body" orient="vert" idx="1"/>
          </p:nvPr>
        </p:nvSpPr>
        <p:spPr>
          <a:xfrm>
            <a:off x="628650" y="365125"/>
            <a:ext cx="5800725" cy="5811838"/>
          </a:xfrm>
        </p:spPr>
        <p:txBody>
          <a:bodyPr vert="eaVert"/>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FEC8470D-0089-42ED-85A5-E3DF6854A598}" type="datetimeFigureOut">
              <a:rPr lang="de-DE" smtClean="0">
                <a:solidFill>
                  <a:prstClr val="black">
                    <a:tint val="75000"/>
                  </a:prstClr>
                </a:solidFill>
              </a:rPr>
              <a:pPr/>
              <a:t>30.12.2025</a:t>
            </a:fld>
            <a:endParaRPr lang="de-DE">
              <a:solidFill>
                <a:prstClr val="black">
                  <a:tint val="75000"/>
                </a:prstClr>
              </a:solidFill>
            </a:endParaRPr>
          </a:p>
        </p:txBody>
      </p:sp>
      <p:sp>
        <p:nvSpPr>
          <p:cNvPr id="5" name="Fußzeilenplatzhalter 4"/>
          <p:cNvSpPr>
            <a:spLocks noGrp="1"/>
          </p:cNvSpPr>
          <p:nvPr>
            <p:ph type="ftr" sz="quarter" idx="11"/>
          </p:nvPr>
        </p:nvSpPr>
        <p:spPr/>
        <p:txBody>
          <a:bodyPr/>
          <a:lstStyle/>
          <a:p>
            <a:endParaRPr lang="de-DE">
              <a:solidFill>
                <a:prstClr val="black">
                  <a:tint val="75000"/>
                </a:prstClr>
              </a:solidFill>
            </a:endParaRPr>
          </a:p>
        </p:txBody>
      </p:sp>
      <p:sp>
        <p:nvSpPr>
          <p:cNvPr id="6" name="Foliennummernplatzhalter 5"/>
          <p:cNvSpPr>
            <a:spLocks noGrp="1"/>
          </p:cNvSpPr>
          <p:nvPr>
            <p:ph type="sldNum" sz="quarter" idx="12"/>
          </p:nvPr>
        </p:nvSpPr>
        <p:spPr/>
        <p:txBody>
          <a:bodyPr/>
          <a:lstStyle/>
          <a:p>
            <a:fld id="{2171F8E5-7F6B-48BB-84C6-40BAF8E93A10}" type="slidenum">
              <a:rPr lang="de-DE" smtClean="0">
                <a:solidFill>
                  <a:prstClr val="black">
                    <a:tint val="75000"/>
                  </a:prstClr>
                </a:solidFill>
              </a:rPr>
              <a:pPr/>
              <a:t>‹Nr.›</a:t>
            </a:fld>
            <a:endParaRPr lang="de-DE">
              <a:solidFill>
                <a:prstClr val="black">
                  <a:tint val="75000"/>
                </a:prstClr>
              </a:solidFill>
            </a:endParaRPr>
          </a:p>
        </p:txBody>
      </p:sp>
    </p:spTree>
    <p:extLst>
      <p:ext uri="{BB962C8B-B14F-4D97-AF65-F5344CB8AC3E}">
        <p14:creationId xmlns:p14="http://schemas.microsoft.com/office/powerpoint/2010/main" val="1120851247"/>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22960" y="1256231"/>
            <a:ext cx="7543800" cy="3589233"/>
          </a:xfrm>
          <a:solidFill>
            <a:schemeClr val="bg1"/>
          </a:solidFill>
        </p:spPr>
        <p:txBody>
          <a:bodyPr anchor="ctr" anchorCtr="0">
            <a:noAutofit/>
          </a:bodyPr>
          <a:lstStyle>
            <a:lvl1pPr algn="l">
              <a:lnSpc>
                <a:spcPct val="85000"/>
              </a:lnSpc>
              <a:defRPr sz="4000" b="1" spc="-50" baseline="0">
                <a:solidFill>
                  <a:schemeClr val="tx1">
                    <a:lumMod val="85000"/>
                    <a:lumOff val="15000"/>
                  </a:schemeClr>
                </a:solidFill>
                <a:effectLst>
                  <a:outerShdw blurRad="38100" dist="38100" dir="2700000" algn="tl">
                    <a:srgbClr val="000000">
                      <a:alpha val="43137"/>
                    </a:srgbClr>
                  </a:outerShdw>
                </a:effectLst>
              </a:defRPr>
            </a:lvl1pPr>
          </a:lstStyle>
          <a:p>
            <a:r>
              <a:rPr lang="de-DE"/>
              <a:t>Titelmasterformat durch Klicken bearbeiten</a:t>
            </a:r>
            <a:endParaRPr lang="en-US" dirty="0"/>
          </a:p>
        </p:txBody>
      </p:sp>
      <p:sp>
        <p:nvSpPr>
          <p:cNvPr id="3" name="Subtitle 2"/>
          <p:cNvSpPr>
            <a:spLocks noGrp="1"/>
          </p:cNvSpPr>
          <p:nvPr>
            <p:ph type="subTitle" idx="1"/>
          </p:nvPr>
        </p:nvSpPr>
        <p:spPr>
          <a:xfrm>
            <a:off x="825038" y="5011111"/>
            <a:ext cx="75438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de-DE"/>
              <a:t>Formatvorlage des Untertitelmasters durch Klicken bearbeiten</a:t>
            </a:r>
            <a:endParaRPr lang="en-US" dirty="0"/>
          </a:p>
        </p:txBody>
      </p:sp>
      <p:sp>
        <p:nvSpPr>
          <p:cNvPr id="4" name="Date Placeholder 3"/>
          <p:cNvSpPr>
            <a:spLocks noGrp="1"/>
          </p:cNvSpPr>
          <p:nvPr>
            <p:ph type="dt" sz="half" idx="10"/>
          </p:nvPr>
        </p:nvSpPr>
        <p:spPr/>
        <p:txBody>
          <a:bodyPr/>
          <a:lstStyle/>
          <a:p>
            <a:r>
              <a:rPr lang="de-DE"/>
              <a:t>23.03.2016</a:t>
            </a:r>
          </a:p>
        </p:txBody>
      </p:sp>
      <p:sp>
        <p:nvSpPr>
          <p:cNvPr id="5" name="Footer Placeholder 4"/>
          <p:cNvSpPr>
            <a:spLocks noGrp="1"/>
          </p:cNvSpPr>
          <p:nvPr>
            <p:ph type="ftr" sz="quarter" idx="11"/>
          </p:nvPr>
        </p:nvSpPr>
        <p:spPr/>
        <p:txBody>
          <a:bodyPr/>
          <a:lstStyle/>
          <a:p>
            <a:r>
              <a:rPr lang="de-DE"/>
              <a:t>Finanzteam </a:t>
            </a:r>
          </a:p>
        </p:txBody>
      </p:sp>
      <p:sp>
        <p:nvSpPr>
          <p:cNvPr id="6" name="Slide Number Placeholder 5"/>
          <p:cNvSpPr>
            <a:spLocks noGrp="1"/>
          </p:cNvSpPr>
          <p:nvPr>
            <p:ph type="sldNum" sz="quarter" idx="12"/>
          </p:nvPr>
        </p:nvSpPr>
        <p:spPr/>
        <p:txBody>
          <a:bodyPr/>
          <a:lstStyle/>
          <a:p>
            <a:fld id="{9C49F1B5-52AA-46A0-B956-BED3B94D6516}" type="slidenum">
              <a:rPr lang="de-DE" smtClean="0"/>
              <a:pPr/>
              <a:t>‹Nr.›</a:t>
            </a:fld>
            <a:endParaRPr lang="de-DE"/>
          </a:p>
        </p:txBody>
      </p:sp>
      <p:cxnSp>
        <p:nvCxnSpPr>
          <p:cNvPr id="9" name="Straight Connector 8"/>
          <p:cNvCxnSpPr/>
          <p:nvPr/>
        </p:nvCxnSpPr>
        <p:spPr>
          <a:xfrm>
            <a:off x="905744" y="4839068"/>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47908854"/>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itel und Inhalt">
    <p:spTree>
      <p:nvGrpSpPr>
        <p:cNvPr id="1" name=""/>
        <p:cNvGrpSpPr/>
        <p:nvPr/>
      </p:nvGrpSpPr>
      <p:grpSpPr>
        <a:xfrm>
          <a:off x="0" y="0"/>
          <a:ext cx="0" cy="0"/>
          <a:chOff x="0" y="0"/>
          <a:chExt cx="0" cy="0"/>
        </a:xfrm>
      </p:grpSpPr>
      <p:sp>
        <p:nvSpPr>
          <p:cNvPr id="8" name="Titel 7"/>
          <p:cNvSpPr>
            <a:spLocks noGrp="1"/>
          </p:cNvSpPr>
          <p:nvPr>
            <p:ph type="title"/>
          </p:nvPr>
        </p:nvSpPr>
        <p:spPr>
          <a:xfrm>
            <a:off x="356050" y="477429"/>
            <a:ext cx="6546456" cy="821675"/>
          </a:xfrm>
        </p:spPr>
        <p:txBody>
          <a:bodyPr>
            <a:normAutofit/>
          </a:bodyPr>
          <a:lstStyle>
            <a:lvl1pPr>
              <a:defRPr sz="3600" b="1">
                <a:effectLst>
                  <a:outerShdw blurRad="38100" dist="38100" dir="2700000" algn="tl">
                    <a:srgbClr val="000000">
                      <a:alpha val="43137"/>
                    </a:srgbClr>
                  </a:outerShdw>
                </a:effectLst>
              </a:defRPr>
            </a:lvl1pPr>
          </a:lstStyle>
          <a:p>
            <a:r>
              <a:rPr lang="de-DE"/>
              <a:t>Titelmasterformat durch Klicken bearbeiten</a:t>
            </a:r>
            <a:endParaRPr lang="de-DE" dirty="0"/>
          </a:p>
        </p:txBody>
      </p:sp>
      <p:sp>
        <p:nvSpPr>
          <p:cNvPr id="9" name="Datumsplatzhalter 8"/>
          <p:cNvSpPr>
            <a:spLocks noGrp="1"/>
          </p:cNvSpPr>
          <p:nvPr>
            <p:ph type="dt" sz="half" idx="10"/>
          </p:nvPr>
        </p:nvSpPr>
        <p:spPr/>
        <p:txBody>
          <a:bodyPr/>
          <a:lstStyle/>
          <a:p>
            <a:r>
              <a:rPr lang="de-DE"/>
              <a:t>23.03.2016</a:t>
            </a:r>
          </a:p>
        </p:txBody>
      </p:sp>
      <p:sp>
        <p:nvSpPr>
          <p:cNvPr id="10" name="Fußzeilenplatzhalter 9"/>
          <p:cNvSpPr>
            <a:spLocks noGrp="1"/>
          </p:cNvSpPr>
          <p:nvPr>
            <p:ph type="ftr" sz="quarter" idx="11"/>
          </p:nvPr>
        </p:nvSpPr>
        <p:spPr/>
        <p:txBody>
          <a:bodyPr/>
          <a:lstStyle/>
          <a:p>
            <a:r>
              <a:rPr lang="de-DE"/>
              <a:t>Finanzteam </a:t>
            </a:r>
          </a:p>
        </p:txBody>
      </p:sp>
      <p:sp>
        <p:nvSpPr>
          <p:cNvPr id="11" name="Foliennummernplatzhalter 10"/>
          <p:cNvSpPr>
            <a:spLocks noGrp="1"/>
          </p:cNvSpPr>
          <p:nvPr>
            <p:ph type="sldNum" sz="quarter" idx="12"/>
          </p:nvPr>
        </p:nvSpPr>
        <p:spPr/>
        <p:txBody>
          <a:bodyPr/>
          <a:lstStyle/>
          <a:p>
            <a:fld id="{9C49F1B5-52AA-46A0-B956-BED3B94D6516}" type="slidenum">
              <a:rPr lang="de-DE" smtClean="0"/>
              <a:pPr/>
              <a:t>‹Nr.›</a:t>
            </a:fld>
            <a:endParaRPr lang="de-DE"/>
          </a:p>
        </p:txBody>
      </p:sp>
      <p:sp>
        <p:nvSpPr>
          <p:cNvPr id="12" name="Rechteck 11"/>
          <p:cNvSpPr/>
          <p:nvPr userDrawn="1"/>
        </p:nvSpPr>
        <p:spPr>
          <a:xfrm>
            <a:off x="898216" y="1650775"/>
            <a:ext cx="7881642" cy="17802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de-DE" sz="1800">
              <a:solidFill>
                <a:prstClr val="white"/>
              </a:solidFill>
            </a:endParaRPr>
          </a:p>
        </p:txBody>
      </p:sp>
      <p:cxnSp>
        <p:nvCxnSpPr>
          <p:cNvPr id="14" name="Gerader Verbinder 13"/>
          <p:cNvCxnSpPr/>
          <p:nvPr userDrawn="1"/>
        </p:nvCxnSpPr>
        <p:spPr>
          <a:xfrm>
            <a:off x="356050" y="1383738"/>
            <a:ext cx="6643561" cy="0"/>
          </a:xfrm>
          <a:prstGeom prst="line">
            <a:avLst/>
          </a:prstGeom>
          <a:ln w="9525">
            <a:solidFill>
              <a:schemeClr val="bg1">
                <a:lumMod val="65000"/>
              </a:schemeClr>
            </a:solidFill>
          </a:ln>
        </p:spPr>
        <p:style>
          <a:lnRef idx="1">
            <a:schemeClr val="accent6"/>
          </a:lnRef>
          <a:fillRef idx="0">
            <a:schemeClr val="accent6"/>
          </a:fillRef>
          <a:effectRef idx="0">
            <a:schemeClr val="accent6"/>
          </a:effectRef>
          <a:fontRef idx="minor">
            <a:schemeClr val="tx1"/>
          </a:fontRef>
        </p:style>
      </p:cxnSp>
      <p:sp>
        <p:nvSpPr>
          <p:cNvPr id="3" name="Content Placeholder 2"/>
          <p:cNvSpPr>
            <a:spLocks noGrp="1"/>
          </p:cNvSpPr>
          <p:nvPr>
            <p:ph idx="1"/>
          </p:nvPr>
        </p:nvSpPr>
        <p:spPr>
          <a:xfrm>
            <a:off x="356050" y="1517561"/>
            <a:ext cx="8334796" cy="4737581"/>
          </a:xfrm>
        </p:spPr>
        <p:txBody>
          <a:bodyPr/>
          <a:lstStyle>
            <a:lvl1pPr marL="0" indent="0">
              <a:lnSpc>
                <a:spcPct val="100000"/>
              </a:lnSpc>
              <a:spcBef>
                <a:spcPts val="0"/>
              </a:spcBef>
              <a:spcAft>
                <a:spcPts val="0"/>
              </a:spcAft>
              <a:defRPr sz="2800"/>
            </a:lvl1p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Tree>
    <p:extLst>
      <p:ext uri="{BB962C8B-B14F-4D97-AF65-F5344CB8AC3E}">
        <p14:creationId xmlns:p14="http://schemas.microsoft.com/office/powerpoint/2010/main" val="687102700"/>
      </p:ext>
    </p:extLst>
  </p:cSld>
  <p:clrMapOvr>
    <a:overrideClrMapping bg1="lt1" tx1="dk1" bg2="lt2" tx2="dk2" accent1="accent1" accent2="accent2" accent3="accent3" accent4="accent4" accent5="accent5" accent6="accent6" hlink="hlink" folHlink="folHlink"/>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1_Benutzerdefiniertes Layout">
    <p:spTree>
      <p:nvGrpSpPr>
        <p:cNvPr id="1" name=""/>
        <p:cNvGrpSpPr/>
        <p:nvPr/>
      </p:nvGrpSpPr>
      <p:grpSpPr>
        <a:xfrm>
          <a:off x="0" y="0"/>
          <a:ext cx="0" cy="0"/>
          <a:chOff x="0" y="0"/>
          <a:chExt cx="0" cy="0"/>
        </a:xfrm>
      </p:grpSpPr>
      <p:sp>
        <p:nvSpPr>
          <p:cNvPr id="2" name="Titel 1"/>
          <p:cNvSpPr>
            <a:spLocks noGrp="1"/>
          </p:cNvSpPr>
          <p:nvPr>
            <p:ph type="title"/>
          </p:nvPr>
        </p:nvSpPr>
        <p:spPr>
          <a:xfrm>
            <a:off x="822960" y="286605"/>
            <a:ext cx="7543800" cy="1064766"/>
          </a:xfrm>
        </p:spPr>
        <p:txBody>
          <a:bodyPr/>
          <a:lstStyle/>
          <a:p>
            <a:r>
              <a:rPr lang="de-DE"/>
              <a:t>Titelmasterformat durch Klicken bearbeiten</a:t>
            </a:r>
            <a:endParaRPr lang="de-DE" dirty="0"/>
          </a:p>
        </p:txBody>
      </p:sp>
      <p:sp>
        <p:nvSpPr>
          <p:cNvPr id="3" name="Datumsplatzhalter 2"/>
          <p:cNvSpPr>
            <a:spLocks noGrp="1"/>
          </p:cNvSpPr>
          <p:nvPr>
            <p:ph type="dt" sz="half" idx="10"/>
          </p:nvPr>
        </p:nvSpPr>
        <p:spPr/>
        <p:txBody>
          <a:bodyPr/>
          <a:lstStyle/>
          <a:p>
            <a:r>
              <a:rPr lang="de-DE"/>
              <a:t>23.03.2016</a:t>
            </a:r>
          </a:p>
        </p:txBody>
      </p:sp>
      <p:sp>
        <p:nvSpPr>
          <p:cNvPr id="4" name="Fußzeilenplatzhalter 3"/>
          <p:cNvSpPr>
            <a:spLocks noGrp="1"/>
          </p:cNvSpPr>
          <p:nvPr>
            <p:ph type="ftr" sz="quarter" idx="11"/>
          </p:nvPr>
        </p:nvSpPr>
        <p:spPr/>
        <p:txBody>
          <a:bodyPr/>
          <a:lstStyle/>
          <a:p>
            <a:r>
              <a:rPr lang="de-DE"/>
              <a:t>Finanzteam </a:t>
            </a:r>
          </a:p>
        </p:txBody>
      </p:sp>
      <p:sp>
        <p:nvSpPr>
          <p:cNvPr id="5" name="Foliennummernplatzhalter 4"/>
          <p:cNvSpPr>
            <a:spLocks noGrp="1"/>
          </p:cNvSpPr>
          <p:nvPr>
            <p:ph type="sldNum" sz="quarter" idx="12"/>
          </p:nvPr>
        </p:nvSpPr>
        <p:spPr/>
        <p:txBody>
          <a:bodyPr/>
          <a:lstStyle/>
          <a:p>
            <a:fld id="{9C49F1B5-52AA-46A0-B956-BED3B94D6516}" type="slidenum">
              <a:rPr lang="de-DE" smtClean="0"/>
              <a:pPr/>
              <a:t>‹Nr.›</a:t>
            </a:fld>
            <a:endParaRPr lang="de-DE"/>
          </a:p>
        </p:txBody>
      </p:sp>
    </p:spTree>
    <p:extLst>
      <p:ext uri="{BB962C8B-B14F-4D97-AF65-F5344CB8AC3E}">
        <p14:creationId xmlns:p14="http://schemas.microsoft.com/office/powerpoint/2010/main" val="2225542678"/>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Benutzerdefiniertes Layout">
    <p:spTree>
      <p:nvGrpSpPr>
        <p:cNvPr id="1" name=""/>
        <p:cNvGrpSpPr/>
        <p:nvPr/>
      </p:nvGrpSpPr>
      <p:grpSpPr>
        <a:xfrm>
          <a:off x="0" y="0"/>
          <a:ext cx="0" cy="0"/>
          <a:chOff x="0" y="0"/>
          <a:chExt cx="0" cy="0"/>
        </a:xfrm>
      </p:grpSpPr>
      <p:sp>
        <p:nvSpPr>
          <p:cNvPr id="2" name="Titel 1"/>
          <p:cNvSpPr>
            <a:spLocks noGrp="1"/>
          </p:cNvSpPr>
          <p:nvPr>
            <p:ph type="title"/>
          </p:nvPr>
        </p:nvSpPr>
        <p:spPr>
          <a:xfrm>
            <a:off x="865563" y="582626"/>
            <a:ext cx="7543800" cy="717765"/>
          </a:xfrm>
        </p:spPr>
        <p:txBody>
          <a:bodyPr/>
          <a:lstStyle/>
          <a:p>
            <a:r>
              <a:rPr lang="de-DE"/>
              <a:t>Titelmasterformat durch Klicken bearbeiten</a:t>
            </a:r>
            <a:endParaRPr lang="de-DE" dirty="0"/>
          </a:p>
        </p:txBody>
      </p:sp>
      <p:sp>
        <p:nvSpPr>
          <p:cNvPr id="3" name="Datumsplatzhalter 2"/>
          <p:cNvSpPr>
            <a:spLocks noGrp="1"/>
          </p:cNvSpPr>
          <p:nvPr>
            <p:ph type="dt" sz="half" idx="10"/>
          </p:nvPr>
        </p:nvSpPr>
        <p:spPr/>
        <p:txBody>
          <a:bodyPr/>
          <a:lstStyle/>
          <a:p>
            <a:r>
              <a:rPr lang="de-DE"/>
              <a:t>23.03.2016</a:t>
            </a:r>
          </a:p>
        </p:txBody>
      </p:sp>
      <p:sp>
        <p:nvSpPr>
          <p:cNvPr id="4" name="Fußzeilenplatzhalter 3"/>
          <p:cNvSpPr>
            <a:spLocks noGrp="1"/>
          </p:cNvSpPr>
          <p:nvPr>
            <p:ph type="ftr" sz="quarter" idx="11"/>
          </p:nvPr>
        </p:nvSpPr>
        <p:spPr/>
        <p:txBody>
          <a:bodyPr/>
          <a:lstStyle/>
          <a:p>
            <a:r>
              <a:rPr lang="de-DE"/>
              <a:t>Finanzteam </a:t>
            </a:r>
          </a:p>
        </p:txBody>
      </p:sp>
      <p:sp>
        <p:nvSpPr>
          <p:cNvPr id="5" name="Foliennummernplatzhalter 4"/>
          <p:cNvSpPr>
            <a:spLocks noGrp="1"/>
          </p:cNvSpPr>
          <p:nvPr>
            <p:ph type="sldNum" sz="quarter" idx="12"/>
          </p:nvPr>
        </p:nvSpPr>
        <p:spPr/>
        <p:txBody>
          <a:bodyPr/>
          <a:lstStyle/>
          <a:p>
            <a:fld id="{9C49F1B5-52AA-46A0-B956-BED3B94D6516}" type="slidenum">
              <a:rPr lang="de-DE" smtClean="0"/>
              <a:pPr/>
              <a:t>‹Nr.›</a:t>
            </a:fld>
            <a:endParaRPr lang="de-DE"/>
          </a:p>
        </p:txBody>
      </p:sp>
    </p:spTree>
    <p:extLst>
      <p:ext uri="{BB962C8B-B14F-4D97-AF65-F5344CB8AC3E}">
        <p14:creationId xmlns:p14="http://schemas.microsoft.com/office/powerpoint/2010/main" val="375279484"/>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758952"/>
            <a:ext cx="7543800" cy="3566160"/>
          </a:xfrm>
        </p:spPr>
        <p:txBody>
          <a:bodyPr anchor="b" anchorCtr="0">
            <a:normAutofit/>
          </a:bodyPr>
          <a:lstStyle>
            <a:lvl1pPr>
              <a:lnSpc>
                <a:spcPct val="85000"/>
              </a:lnSpc>
              <a:defRPr sz="8000" b="0">
                <a:solidFill>
                  <a:schemeClr val="tx1">
                    <a:lumMod val="85000"/>
                    <a:lumOff val="15000"/>
                  </a:schemeClr>
                </a:solidFill>
              </a:defRPr>
            </a:lvl1pPr>
          </a:lstStyle>
          <a:p>
            <a:r>
              <a:rPr lang="de-DE"/>
              <a:t>Titelmasterformat durch Klicken bearbeiten</a:t>
            </a:r>
            <a:endParaRPr lang="en-US" dirty="0"/>
          </a:p>
        </p:txBody>
      </p:sp>
      <p:sp>
        <p:nvSpPr>
          <p:cNvPr id="3" name="Text Placeholder 2"/>
          <p:cNvSpPr>
            <a:spLocks noGrp="1"/>
          </p:cNvSpPr>
          <p:nvPr>
            <p:ph type="body" idx="1"/>
          </p:nvPr>
        </p:nvSpPr>
        <p:spPr>
          <a:xfrm>
            <a:off x="822960" y="4453128"/>
            <a:ext cx="75438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de-DE"/>
              <a:t>Textmasterformat bearbeiten</a:t>
            </a:r>
          </a:p>
        </p:txBody>
      </p:sp>
      <p:sp>
        <p:nvSpPr>
          <p:cNvPr id="4" name="Date Placeholder 3"/>
          <p:cNvSpPr>
            <a:spLocks noGrp="1"/>
          </p:cNvSpPr>
          <p:nvPr>
            <p:ph type="dt" sz="half" idx="10"/>
          </p:nvPr>
        </p:nvSpPr>
        <p:spPr/>
        <p:txBody>
          <a:bodyPr/>
          <a:lstStyle/>
          <a:p>
            <a:r>
              <a:rPr lang="de-DE"/>
              <a:t>23.03.2016</a:t>
            </a:r>
          </a:p>
        </p:txBody>
      </p:sp>
      <p:sp>
        <p:nvSpPr>
          <p:cNvPr id="5" name="Footer Placeholder 4"/>
          <p:cNvSpPr>
            <a:spLocks noGrp="1"/>
          </p:cNvSpPr>
          <p:nvPr>
            <p:ph type="ftr" sz="quarter" idx="11"/>
          </p:nvPr>
        </p:nvSpPr>
        <p:spPr/>
        <p:txBody>
          <a:bodyPr/>
          <a:lstStyle/>
          <a:p>
            <a:r>
              <a:rPr lang="de-DE"/>
              <a:t>Finanzteam </a:t>
            </a:r>
          </a:p>
        </p:txBody>
      </p:sp>
      <p:sp>
        <p:nvSpPr>
          <p:cNvPr id="6" name="Slide Number Placeholder 5"/>
          <p:cNvSpPr>
            <a:spLocks noGrp="1"/>
          </p:cNvSpPr>
          <p:nvPr>
            <p:ph type="sldNum" sz="quarter" idx="12"/>
          </p:nvPr>
        </p:nvSpPr>
        <p:spPr/>
        <p:txBody>
          <a:bodyPr/>
          <a:lstStyle/>
          <a:p>
            <a:fld id="{9C49F1B5-52AA-46A0-B956-BED3B94D6516}" type="slidenum">
              <a:rPr lang="de-DE" smtClean="0"/>
              <a:pPr/>
              <a:t>‹Nr.›</a:t>
            </a:fld>
            <a:endParaRPr lang="de-DE"/>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58137957"/>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8" name="Title 7"/>
          <p:cNvSpPr>
            <a:spLocks noGrp="1"/>
          </p:cNvSpPr>
          <p:nvPr>
            <p:ph type="title"/>
          </p:nvPr>
        </p:nvSpPr>
        <p:spPr>
          <a:xfrm>
            <a:off x="822960" y="286604"/>
            <a:ext cx="7543800" cy="1450757"/>
          </a:xfrm>
        </p:spPr>
        <p:txBody>
          <a:bodyPr/>
          <a:lstStyle/>
          <a:p>
            <a:r>
              <a:rPr lang="de-DE"/>
              <a:t>Titelmasterformat durch Klicken bearbeiten</a:t>
            </a:r>
            <a:endParaRPr lang="en-US" dirty="0"/>
          </a:p>
        </p:txBody>
      </p:sp>
      <p:sp>
        <p:nvSpPr>
          <p:cNvPr id="3" name="Content Placeholder 2"/>
          <p:cNvSpPr>
            <a:spLocks noGrp="1"/>
          </p:cNvSpPr>
          <p:nvPr>
            <p:ph sz="half" idx="1"/>
          </p:nvPr>
        </p:nvSpPr>
        <p:spPr>
          <a:xfrm>
            <a:off x="822960" y="1845734"/>
            <a:ext cx="3703320" cy="4023360"/>
          </a:xfrm>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Content Placeholder 3"/>
          <p:cNvSpPr>
            <a:spLocks noGrp="1"/>
          </p:cNvSpPr>
          <p:nvPr>
            <p:ph sz="half" idx="2"/>
          </p:nvPr>
        </p:nvSpPr>
        <p:spPr>
          <a:xfrm>
            <a:off x="4663440" y="1845736"/>
            <a:ext cx="3703320" cy="4023359"/>
          </a:xfrm>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Date Placeholder 4"/>
          <p:cNvSpPr>
            <a:spLocks noGrp="1"/>
          </p:cNvSpPr>
          <p:nvPr>
            <p:ph type="dt" sz="half" idx="10"/>
          </p:nvPr>
        </p:nvSpPr>
        <p:spPr/>
        <p:txBody>
          <a:bodyPr/>
          <a:lstStyle/>
          <a:p>
            <a:r>
              <a:rPr lang="de-DE"/>
              <a:t>23.03.2016</a:t>
            </a:r>
          </a:p>
        </p:txBody>
      </p:sp>
      <p:sp>
        <p:nvSpPr>
          <p:cNvPr id="6" name="Footer Placeholder 5"/>
          <p:cNvSpPr>
            <a:spLocks noGrp="1"/>
          </p:cNvSpPr>
          <p:nvPr>
            <p:ph type="ftr" sz="quarter" idx="11"/>
          </p:nvPr>
        </p:nvSpPr>
        <p:spPr/>
        <p:txBody>
          <a:bodyPr/>
          <a:lstStyle/>
          <a:p>
            <a:r>
              <a:rPr lang="de-DE"/>
              <a:t>Finanzteam </a:t>
            </a:r>
          </a:p>
        </p:txBody>
      </p:sp>
      <p:sp>
        <p:nvSpPr>
          <p:cNvPr id="7" name="Slide Number Placeholder 6"/>
          <p:cNvSpPr>
            <a:spLocks noGrp="1"/>
          </p:cNvSpPr>
          <p:nvPr>
            <p:ph type="sldNum" sz="quarter" idx="12"/>
          </p:nvPr>
        </p:nvSpPr>
        <p:spPr/>
        <p:txBody>
          <a:bodyPr/>
          <a:lstStyle/>
          <a:p>
            <a:fld id="{9C49F1B5-52AA-46A0-B956-BED3B94D6516}" type="slidenum">
              <a:rPr lang="de-DE" smtClean="0"/>
              <a:pPr/>
              <a:t>‹Nr.›</a:t>
            </a:fld>
            <a:endParaRPr lang="de-DE"/>
          </a:p>
        </p:txBody>
      </p:sp>
    </p:spTree>
    <p:extLst>
      <p:ext uri="{BB962C8B-B14F-4D97-AF65-F5344CB8AC3E}">
        <p14:creationId xmlns:p14="http://schemas.microsoft.com/office/powerpoint/2010/main" val="2425261037"/>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10" name="Title 9"/>
          <p:cNvSpPr>
            <a:spLocks noGrp="1"/>
          </p:cNvSpPr>
          <p:nvPr>
            <p:ph type="title"/>
          </p:nvPr>
        </p:nvSpPr>
        <p:spPr>
          <a:xfrm>
            <a:off x="822960" y="286604"/>
            <a:ext cx="7543800" cy="1450757"/>
          </a:xfrm>
        </p:spPr>
        <p:txBody>
          <a:bodyPr/>
          <a:lstStyle/>
          <a:p>
            <a:r>
              <a:rPr lang="de-DE"/>
              <a:t>Titelmasterformat durch Klicken bearbeiten</a:t>
            </a:r>
            <a:endParaRPr lang="en-US" dirty="0"/>
          </a:p>
        </p:txBody>
      </p:sp>
      <p:sp>
        <p:nvSpPr>
          <p:cNvPr id="3" name="Text Placeholder 2"/>
          <p:cNvSpPr>
            <a:spLocks noGrp="1"/>
          </p:cNvSpPr>
          <p:nvPr>
            <p:ph type="body" idx="1"/>
          </p:nvPr>
        </p:nvSpPr>
        <p:spPr>
          <a:xfrm>
            <a:off x="82296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Textmasterformat bearbeiten</a:t>
            </a:r>
          </a:p>
        </p:txBody>
      </p:sp>
      <p:sp>
        <p:nvSpPr>
          <p:cNvPr id="4" name="Content Placeholder 3"/>
          <p:cNvSpPr>
            <a:spLocks noGrp="1"/>
          </p:cNvSpPr>
          <p:nvPr>
            <p:ph sz="half" idx="2"/>
          </p:nvPr>
        </p:nvSpPr>
        <p:spPr>
          <a:xfrm>
            <a:off x="822960" y="2582334"/>
            <a:ext cx="3703320" cy="3286760"/>
          </a:xfrm>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Text Placeholder 4"/>
          <p:cNvSpPr>
            <a:spLocks noGrp="1"/>
          </p:cNvSpPr>
          <p:nvPr>
            <p:ph type="body" sz="quarter" idx="3"/>
          </p:nvPr>
        </p:nvSpPr>
        <p:spPr>
          <a:xfrm>
            <a:off x="466344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Textmasterformat bearbeiten</a:t>
            </a:r>
          </a:p>
        </p:txBody>
      </p:sp>
      <p:sp>
        <p:nvSpPr>
          <p:cNvPr id="6" name="Content Placeholder 5"/>
          <p:cNvSpPr>
            <a:spLocks noGrp="1"/>
          </p:cNvSpPr>
          <p:nvPr>
            <p:ph sz="quarter" idx="4"/>
          </p:nvPr>
        </p:nvSpPr>
        <p:spPr>
          <a:xfrm>
            <a:off x="4663440" y="2582334"/>
            <a:ext cx="3703320" cy="3286760"/>
          </a:xfrm>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7" name="Date Placeholder 6"/>
          <p:cNvSpPr>
            <a:spLocks noGrp="1"/>
          </p:cNvSpPr>
          <p:nvPr>
            <p:ph type="dt" sz="half" idx="10"/>
          </p:nvPr>
        </p:nvSpPr>
        <p:spPr/>
        <p:txBody>
          <a:bodyPr/>
          <a:lstStyle/>
          <a:p>
            <a:r>
              <a:rPr lang="de-DE"/>
              <a:t>23.03.2016</a:t>
            </a:r>
          </a:p>
        </p:txBody>
      </p:sp>
      <p:sp>
        <p:nvSpPr>
          <p:cNvPr id="8" name="Footer Placeholder 7"/>
          <p:cNvSpPr>
            <a:spLocks noGrp="1"/>
          </p:cNvSpPr>
          <p:nvPr>
            <p:ph type="ftr" sz="quarter" idx="11"/>
          </p:nvPr>
        </p:nvSpPr>
        <p:spPr/>
        <p:txBody>
          <a:bodyPr/>
          <a:lstStyle/>
          <a:p>
            <a:r>
              <a:rPr lang="de-DE"/>
              <a:t>Finanzteam </a:t>
            </a:r>
          </a:p>
        </p:txBody>
      </p:sp>
      <p:sp>
        <p:nvSpPr>
          <p:cNvPr id="9" name="Slide Number Placeholder 8"/>
          <p:cNvSpPr>
            <a:spLocks noGrp="1"/>
          </p:cNvSpPr>
          <p:nvPr>
            <p:ph type="sldNum" sz="quarter" idx="12"/>
          </p:nvPr>
        </p:nvSpPr>
        <p:spPr/>
        <p:txBody>
          <a:bodyPr/>
          <a:lstStyle/>
          <a:p>
            <a:fld id="{9C49F1B5-52AA-46A0-B956-BED3B94D6516}" type="slidenum">
              <a:rPr lang="de-DE" smtClean="0"/>
              <a:pPr/>
              <a:t>‹Nr.›</a:t>
            </a:fld>
            <a:endParaRPr lang="de-DE"/>
          </a:p>
        </p:txBody>
      </p:sp>
    </p:spTree>
    <p:extLst>
      <p:ext uri="{BB962C8B-B14F-4D97-AF65-F5344CB8AC3E}">
        <p14:creationId xmlns:p14="http://schemas.microsoft.com/office/powerpoint/2010/main" val="4239554328"/>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le 1"/>
          <p:cNvSpPr>
            <a:spLocks noGrp="1"/>
          </p:cNvSpPr>
          <p:nvPr>
            <p:ph type="title"/>
          </p:nvPr>
        </p:nvSpPr>
        <p:spPr>
          <a:xfrm>
            <a:off x="822961" y="558349"/>
            <a:ext cx="7543800" cy="590719"/>
          </a:xfrm>
        </p:spPr>
        <p:txBody>
          <a:bodyPr/>
          <a:lstStyle/>
          <a:p>
            <a:r>
              <a:rPr lang="de-DE"/>
              <a:t>Titelmasterformat durch Klicken bearbeiten</a:t>
            </a:r>
            <a:endParaRPr lang="en-US" dirty="0"/>
          </a:p>
        </p:txBody>
      </p:sp>
      <p:sp>
        <p:nvSpPr>
          <p:cNvPr id="3" name="Date Placeholder 2"/>
          <p:cNvSpPr>
            <a:spLocks noGrp="1"/>
          </p:cNvSpPr>
          <p:nvPr>
            <p:ph type="dt" sz="half" idx="10"/>
          </p:nvPr>
        </p:nvSpPr>
        <p:spPr/>
        <p:txBody>
          <a:bodyPr/>
          <a:lstStyle/>
          <a:p>
            <a:r>
              <a:rPr lang="de-DE"/>
              <a:t>23.03.2016</a:t>
            </a:r>
          </a:p>
        </p:txBody>
      </p:sp>
      <p:sp>
        <p:nvSpPr>
          <p:cNvPr id="4" name="Footer Placeholder 3"/>
          <p:cNvSpPr>
            <a:spLocks noGrp="1"/>
          </p:cNvSpPr>
          <p:nvPr>
            <p:ph type="ftr" sz="quarter" idx="11"/>
          </p:nvPr>
        </p:nvSpPr>
        <p:spPr/>
        <p:txBody>
          <a:bodyPr/>
          <a:lstStyle/>
          <a:p>
            <a:r>
              <a:rPr lang="de-DE"/>
              <a:t>Finanzteam </a:t>
            </a:r>
          </a:p>
        </p:txBody>
      </p:sp>
      <p:sp>
        <p:nvSpPr>
          <p:cNvPr id="5" name="Slide Number Placeholder 4"/>
          <p:cNvSpPr>
            <a:spLocks noGrp="1"/>
          </p:cNvSpPr>
          <p:nvPr>
            <p:ph type="sldNum" sz="quarter" idx="12"/>
          </p:nvPr>
        </p:nvSpPr>
        <p:spPr/>
        <p:txBody>
          <a:bodyPr/>
          <a:lstStyle/>
          <a:p>
            <a:fld id="{9C49F1B5-52AA-46A0-B956-BED3B94D6516}" type="slidenum">
              <a:rPr lang="de-DE" smtClean="0"/>
              <a:pPr/>
              <a:t>‹Nr.›</a:t>
            </a:fld>
            <a:endParaRPr lang="de-DE"/>
          </a:p>
        </p:txBody>
      </p:sp>
    </p:spTree>
    <p:extLst>
      <p:ext uri="{BB962C8B-B14F-4D97-AF65-F5344CB8AC3E}">
        <p14:creationId xmlns:p14="http://schemas.microsoft.com/office/powerpoint/2010/main" val="598964502"/>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5" name="Rectangle 4"/>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r>
              <a:rPr lang="de-DE"/>
              <a:t>23.03.2016</a:t>
            </a:r>
          </a:p>
        </p:txBody>
      </p:sp>
      <p:sp>
        <p:nvSpPr>
          <p:cNvPr id="8" name="Footer Placeholder 7"/>
          <p:cNvSpPr>
            <a:spLocks noGrp="1"/>
          </p:cNvSpPr>
          <p:nvPr>
            <p:ph type="ftr" sz="quarter" idx="11"/>
          </p:nvPr>
        </p:nvSpPr>
        <p:spPr/>
        <p:txBody>
          <a:bodyPr/>
          <a:lstStyle>
            <a:lvl1pPr>
              <a:defRPr>
                <a:solidFill>
                  <a:srgbClr val="FFFFFF"/>
                </a:solidFill>
              </a:defRPr>
            </a:lvl1pPr>
          </a:lstStyle>
          <a:p>
            <a:r>
              <a:rPr lang="de-DE"/>
              <a:t>Finanzteam </a:t>
            </a:r>
          </a:p>
        </p:txBody>
      </p:sp>
      <p:sp>
        <p:nvSpPr>
          <p:cNvPr id="9" name="Slide Number Placeholder 8"/>
          <p:cNvSpPr>
            <a:spLocks noGrp="1"/>
          </p:cNvSpPr>
          <p:nvPr>
            <p:ph type="sldNum" sz="quarter" idx="12"/>
          </p:nvPr>
        </p:nvSpPr>
        <p:spPr/>
        <p:txBody>
          <a:bodyPr/>
          <a:lstStyle/>
          <a:p>
            <a:fld id="{9C49F1B5-52AA-46A0-B956-BED3B94D6516}" type="slidenum">
              <a:rPr lang="de-DE" smtClean="0"/>
              <a:pPr/>
              <a:t>‹Nr.›</a:t>
            </a:fld>
            <a:endParaRPr lang="de-DE"/>
          </a:p>
        </p:txBody>
      </p:sp>
    </p:spTree>
    <p:extLst>
      <p:ext uri="{BB962C8B-B14F-4D97-AF65-F5344CB8AC3E}">
        <p14:creationId xmlns:p14="http://schemas.microsoft.com/office/powerpoint/2010/main" val="2633358787"/>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8" name="Rectangle 7"/>
          <p:cNvSpPr/>
          <p:nvPr/>
        </p:nvSpPr>
        <p:spPr>
          <a:xfrm>
            <a:off x="13" y="0"/>
            <a:ext cx="303809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594359"/>
            <a:ext cx="2400300" cy="2286000"/>
          </a:xfrm>
        </p:spPr>
        <p:txBody>
          <a:bodyPr anchor="b">
            <a:normAutofit/>
          </a:bodyPr>
          <a:lstStyle>
            <a:lvl1pPr>
              <a:defRPr sz="3600" b="0">
                <a:solidFill>
                  <a:srgbClr val="FFFFFF"/>
                </a:solidFill>
              </a:defRPr>
            </a:lvl1pPr>
          </a:lstStyle>
          <a:p>
            <a:r>
              <a:rPr lang="de-DE"/>
              <a:t>Titelmasterformat durch Klicken bearbeiten</a:t>
            </a:r>
            <a:endParaRPr lang="en-US" dirty="0"/>
          </a:p>
        </p:txBody>
      </p:sp>
      <p:sp>
        <p:nvSpPr>
          <p:cNvPr id="3" name="Content Placeholder 2"/>
          <p:cNvSpPr>
            <a:spLocks noGrp="1"/>
          </p:cNvSpPr>
          <p:nvPr>
            <p:ph idx="1"/>
          </p:nvPr>
        </p:nvSpPr>
        <p:spPr>
          <a:xfrm>
            <a:off x="3460237" y="731520"/>
            <a:ext cx="5009393" cy="5257800"/>
          </a:xfrm>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Textmasterformat bearbeiten</a:t>
            </a:r>
          </a:p>
        </p:txBody>
      </p:sp>
      <p:sp>
        <p:nvSpPr>
          <p:cNvPr id="5" name="Date Placeholder 4"/>
          <p:cNvSpPr>
            <a:spLocks noGrp="1"/>
          </p:cNvSpPr>
          <p:nvPr>
            <p:ph type="dt" sz="half" idx="10"/>
          </p:nvPr>
        </p:nvSpPr>
        <p:spPr>
          <a:xfrm>
            <a:off x="349134" y="6459786"/>
            <a:ext cx="1963883" cy="365125"/>
          </a:xfrm>
        </p:spPr>
        <p:txBody>
          <a:bodyPr/>
          <a:lstStyle>
            <a:lvl1pPr algn="l">
              <a:defRPr/>
            </a:lvl1pPr>
          </a:lstStyle>
          <a:p>
            <a:r>
              <a:rPr lang="de-DE"/>
              <a:t>23.03.2016</a:t>
            </a:r>
          </a:p>
        </p:txBody>
      </p:sp>
      <p:sp>
        <p:nvSpPr>
          <p:cNvPr id="6" name="Footer Placeholder 5"/>
          <p:cNvSpPr>
            <a:spLocks noGrp="1"/>
          </p:cNvSpPr>
          <p:nvPr>
            <p:ph type="ftr" sz="quarter" idx="11"/>
          </p:nvPr>
        </p:nvSpPr>
        <p:spPr>
          <a:xfrm>
            <a:off x="3600450" y="6459786"/>
            <a:ext cx="3486150" cy="365125"/>
          </a:xfrm>
        </p:spPr>
        <p:txBody>
          <a:bodyPr/>
          <a:lstStyle>
            <a:lvl1pPr algn="l">
              <a:defRPr>
                <a:solidFill>
                  <a:schemeClr val="tx2"/>
                </a:solidFill>
              </a:defRPr>
            </a:lvl1pPr>
          </a:lstStyle>
          <a:p>
            <a:r>
              <a:rPr lang="de-DE">
                <a:solidFill>
                  <a:srgbClr val="000000"/>
                </a:solidFill>
              </a:rPr>
              <a:t>Finanzteam </a:t>
            </a:r>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9C49F1B5-52AA-46A0-B956-BED3B94D6516}" type="slidenum">
              <a:rPr lang="de-DE" smtClean="0">
                <a:solidFill>
                  <a:srgbClr val="000000"/>
                </a:solidFill>
              </a:rPr>
              <a:pPr/>
              <a:t>‹Nr.›</a:t>
            </a:fld>
            <a:endParaRPr lang="de-DE">
              <a:solidFill>
                <a:srgbClr val="000000"/>
              </a:solidFill>
            </a:endParaRPr>
          </a:p>
        </p:txBody>
      </p:sp>
    </p:spTree>
    <p:extLst>
      <p:ext uri="{BB962C8B-B14F-4D97-AF65-F5344CB8AC3E}">
        <p14:creationId xmlns:p14="http://schemas.microsoft.com/office/powerpoint/2010/main" val="1486352986"/>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8" name="Rectangle 7"/>
          <p:cNvSpPr/>
          <p:nvPr/>
        </p:nvSpPr>
        <p:spPr>
          <a:xfrm>
            <a:off x="0" y="4953000"/>
            <a:ext cx="9141619"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491507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074920"/>
            <a:ext cx="7589520" cy="822960"/>
          </a:xfrm>
        </p:spPr>
        <p:txBody>
          <a:bodyPr tIns="0" bIns="0" anchor="b">
            <a:noAutofit/>
          </a:bodyPr>
          <a:lstStyle>
            <a:lvl1pPr>
              <a:defRPr sz="3600" b="0">
                <a:solidFill>
                  <a:srgbClr val="FFFFFF"/>
                </a:solidFill>
              </a:defRPr>
            </a:lvl1pPr>
          </a:lstStyle>
          <a:p>
            <a:r>
              <a:rPr lang="de-DE"/>
              <a:t>Titelmasterformat durch Klicken bearbeiten</a:t>
            </a:r>
            <a:endParaRPr lang="en-US" dirty="0"/>
          </a:p>
        </p:txBody>
      </p:sp>
      <p:sp>
        <p:nvSpPr>
          <p:cNvPr id="3" name="Picture Placeholder 2"/>
          <p:cNvSpPr>
            <a:spLocks noGrp="1" noChangeAspect="1"/>
          </p:cNvSpPr>
          <p:nvPr>
            <p:ph type="pic" idx="1"/>
          </p:nvPr>
        </p:nvSpPr>
        <p:spPr>
          <a:xfrm>
            <a:off x="12" y="0"/>
            <a:ext cx="9143989" cy="4915076"/>
          </a:xfrm>
          <a:blipFill>
            <a:blip r:embed="rId2" cstate="print"/>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de-DE"/>
              <a:t>Bild durch Klicken auf Symbol hinzufügen</a:t>
            </a:r>
            <a:endParaRPr lang="en-US" dirty="0"/>
          </a:p>
        </p:txBody>
      </p:sp>
      <p:sp>
        <p:nvSpPr>
          <p:cNvPr id="4" name="Text Placeholder 3"/>
          <p:cNvSpPr>
            <a:spLocks noGrp="1"/>
          </p:cNvSpPr>
          <p:nvPr>
            <p:ph type="body" sz="half" idx="2"/>
          </p:nvPr>
        </p:nvSpPr>
        <p:spPr>
          <a:xfrm>
            <a:off x="822959" y="5907024"/>
            <a:ext cx="758952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Textmasterformat bearbeiten</a:t>
            </a:r>
          </a:p>
        </p:txBody>
      </p:sp>
      <p:sp>
        <p:nvSpPr>
          <p:cNvPr id="5" name="Date Placeholder 4"/>
          <p:cNvSpPr>
            <a:spLocks noGrp="1"/>
          </p:cNvSpPr>
          <p:nvPr>
            <p:ph type="dt" sz="half" idx="10"/>
          </p:nvPr>
        </p:nvSpPr>
        <p:spPr/>
        <p:txBody>
          <a:bodyPr/>
          <a:lstStyle/>
          <a:p>
            <a:r>
              <a:rPr lang="de-DE"/>
              <a:t>23.03.2016</a:t>
            </a:r>
          </a:p>
        </p:txBody>
      </p:sp>
      <p:sp>
        <p:nvSpPr>
          <p:cNvPr id="6" name="Footer Placeholder 5"/>
          <p:cNvSpPr>
            <a:spLocks noGrp="1"/>
          </p:cNvSpPr>
          <p:nvPr>
            <p:ph type="ftr" sz="quarter" idx="11"/>
          </p:nvPr>
        </p:nvSpPr>
        <p:spPr/>
        <p:txBody>
          <a:bodyPr/>
          <a:lstStyle/>
          <a:p>
            <a:r>
              <a:rPr lang="de-DE"/>
              <a:t>Finanzteam </a:t>
            </a:r>
          </a:p>
        </p:txBody>
      </p:sp>
      <p:sp>
        <p:nvSpPr>
          <p:cNvPr id="7" name="Slide Number Placeholder 6"/>
          <p:cNvSpPr>
            <a:spLocks noGrp="1"/>
          </p:cNvSpPr>
          <p:nvPr>
            <p:ph type="sldNum" sz="quarter" idx="12"/>
          </p:nvPr>
        </p:nvSpPr>
        <p:spPr/>
        <p:txBody>
          <a:bodyPr/>
          <a:lstStyle/>
          <a:p>
            <a:fld id="{9C49F1B5-52AA-46A0-B956-BED3B94D6516}" type="slidenum">
              <a:rPr lang="de-DE" smtClean="0"/>
              <a:pPr/>
              <a:t>‹Nr.›</a:t>
            </a:fld>
            <a:endParaRPr lang="de-DE"/>
          </a:p>
        </p:txBody>
      </p:sp>
    </p:spTree>
    <p:extLst>
      <p:ext uri="{BB962C8B-B14F-4D97-AF65-F5344CB8AC3E}">
        <p14:creationId xmlns:p14="http://schemas.microsoft.com/office/powerpoint/2010/main" val="1889215110"/>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le 1"/>
          <p:cNvSpPr>
            <a:spLocks noGrp="1"/>
          </p:cNvSpPr>
          <p:nvPr>
            <p:ph type="title"/>
          </p:nvPr>
        </p:nvSpPr>
        <p:spPr>
          <a:xfrm>
            <a:off x="822960" y="550258"/>
            <a:ext cx="7543800" cy="782501"/>
          </a:xfrm>
        </p:spPr>
        <p:txBody>
          <a:bodyPr/>
          <a:lstStyle/>
          <a:p>
            <a:r>
              <a:rPr lang="de-DE"/>
              <a:t>Titelmasterformat durch Klicken bearbeiten</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r>
              <a:rPr lang="de-DE"/>
              <a:t>23.03.2016</a:t>
            </a:r>
          </a:p>
        </p:txBody>
      </p:sp>
      <p:sp>
        <p:nvSpPr>
          <p:cNvPr id="5" name="Footer Placeholder 4"/>
          <p:cNvSpPr>
            <a:spLocks noGrp="1"/>
          </p:cNvSpPr>
          <p:nvPr>
            <p:ph type="ftr" sz="quarter" idx="11"/>
          </p:nvPr>
        </p:nvSpPr>
        <p:spPr/>
        <p:txBody>
          <a:bodyPr/>
          <a:lstStyle/>
          <a:p>
            <a:r>
              <a:rPr lang="de-DE"/>
              <a:t>Finanzteam </a:t>
            </a:r>
          </a:p>
        </p:txBody>
      </p:sp>
      <p:sp>
        <p:nvSpPr>
          <p:cNvPr id="6" name="Slide Number Placeholder 5"/>
          <p:cNvSpPr>
            <a:spLocks noGrp="1"/>
          </p:cNvSpPr>
          <p:nvPr>
            <p:ph type="sldNum" sz="quarter" idx="12"/>
          </p:nvPr>
        </p:nvSpPr>
        <p:spPr/>
        <p:txBody>
          <a:bodyPr/>
          <a:lstStyle/>
          <a:p>
            <a:fld id="{9C49F1B5-52AA-46A0-B956-BED3B94D6516}" type="slidenum">
              <a:rPr lang="de-DE" smtClean="0"/>
              <a:pPr/>
              <a:t>‹Nr.›</a:t>
            </a:fld>
            <a:endParaRPr lang="de-DE"/>
          </a:p>
        </p:txBody>
      </p:sp>
    </p:spTree>
    <p:extLst>
      <p:ext uri="{BB962C8B-B14F-4D97-AF65-F5344CB8AC3E}">
        <p14:creationId xmlns:p14="http://schemas.microsoft.com/office/powerpoint/2010/main" val="497391923"/>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414779"/>
            <a:ext cx="1971675" cy="5757421"/>
          </a:xfrm>
        </p:spPr>
        <p:txBody>
          <a:bodyPr vert="eaVert"/>
          <a:lstStyle/>
          <a:p>
            <a:r>
              <a:rPr lang="de-DE"/>
              <a:t>Titelmasterformat durch Klicken bearbeiten</a:t>
            </a:r>
            <a:endParaRPr lang="en-US" dirty="0"/>
          </a:p>
        </p:txBody>
      </p:sp>
      <p:sp>
        <p:nvSpPr>
          <p:cNvPr id="3" name="Vertical Text Placeholder 2"/>
          <p:cNvSpPr>
            <a:spLocks noGrp="1"/>
          </p:cNvSpPr>
          <p:nvPr>
            <p:ph type="body" orient="vert" idx="1"/>
          </p:nvPr>
        </p:nvSpPr>
        <p:spPr>
          <a:xfrm>
            <a:off x="628650" y="414779"/>
            <a:ext cx="5800725" cy="5757420"/>
          </a:xfrm>
        </p:spPr>
        <p:txBody>
          <a:bodyPr vert="eaVert" lIns="45720" tIns="0" rIns="45720" bIns="0"/>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r>
              <a:rPr lang="de-DE"/>
              <a:t>23.03.2016</a:t>
            </a:r>
          </a:p>
        </p:txBody>
      </p:sp>
      <p:sp>
        <p:nvSpPr>
          <p:cNvPr id="5" name="Footer Placeholder 4"/>
          <p:cNvSpPr>
            <a:spLocks noGrp="1"/>
          </p:cNvSpPr>
          <p:nvPr>
            <p:ph type="ftr" sz="quarter" idx="11"/>
          </p:nvPr>
        </p:nvSpPr>
        <p:spPr/>
        <p:txBody>
          <a:bodyPr/>
          <a:lstStyle/>
          <a:p>
            <a:r>
              <a:rPr lang="de-DE"/>
              <a:t>Finanzteam </a:t>
            </a:r>
          </a:p>
        </p:txBody>
      </p:sp>
      <p:sp>
        <p:nvSpPr>
          <p:cNvPr id="6" name="Slide Number Placeholder 5"/>
          <p:cNvSpPr>
            <a:spLocks noGrp="1"/>
          </p:cNvSpPr>
          <p:nvPr>
            <p:ph type="sldNum" sz="quarter" idx="12"/>
          </p:nvPr>
        </p:nvSpPr>
        <p:spPr/>
        <p:txBody>
          <a:bodyPr/>
          <a:lstStyle/>
          <a:p>
            <a:fld id="{9C49F1B5-52AA-46A0-B956-BED3B94D6516}" type="slidenum">
              <a:rPr lang="de-DE" smtClean="0"/>
              <a:pPr/>
              <a:t>‹Nr.›</a:t>
            </a:fld>
            <a:endParaRPr lang="de-DE"/>
          </a:p>
        </p:txBody>
      </p:sp>
    </p:spTree>
    <p:extLst>
      <p:ext uri="{BB962C8B-B14F-4D97-AF65-F5344CB8AC3E}">
        <p14:creationId xmlns:p14="http://schemas.microsoft.com/office/powerpoint/2010/main" val="397552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1.jpe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theme" Target="../theme/theme3.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image" Target="../media/image1.jpe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3.xml"/><Relationship Id="rId3" Type="http://schemas.openxmlformats.org/officeDocument/2006/relationships/slideLayout" Target="../slideLayouts/slideLayout38.xml"/><Relationship Id="rId7" Type="http://schemas.openxmlformats.org/officeDocument/2006/relationships/slideLayout" Target="../slideLayouts/slideLayout42.xml"/><Relationship Id="rId12" Type="http://schemas.openxmlformats.org/officeDocument/2006/relationships/theme" Target="../theme/theme4.xml"/><Relationship Id="rId2" Type="http://schemas.openxmlformats.org/officeDocument/2006/relationships/slideLayout" Target="../slideLayouts/slideLayout37.xml"/><Relationship Id="rId1" Type="http://schemas.openxmlformats.org/officeDocument/2006/relationships/slideLayout" Target="../slideLayouts/slideLayout36.xml"/><Relationship Id="rId6" Type="http://schemas.openxmlformats.org/officeDocument/2006/relationships/slideLayout" Target="../slideLayouts/slideLayout41.xml"/><Relationship Id="rId11" Type="http://schemas.openxmlformats.org/officeDocument/2006/relationships/slideLayout" Target="../slideLayouts/slideLayout46.xml"/><Relationship Id="rId5" Type="http://schemas.openxmlformats.org/officeDocument/2006/relationships/slideLayout" Target="../slideLayouts/slideLayout40.xml"/><Relationship Id="rId10" Type="http://schemas.openxmlformats.org/officeDocument/2006/relationships/slideLayout" Target="../slideLayouts/slideLayout45.xml"/><Relationship Id="rId4" Type="http://schemas.openxmlformats.org/officeDocument/2006/relationships/slideLayout" Target="../slideLayouts/slideLayout39.xml"/><Relationship Id="rId9" Type="http://schemas.openxmlformats.org/officeDocument/2006/relationships/slideLayout" Target="../slideLayouts/slideLayout4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4.xml"/><Relationship Id="rId3" Type="http://schemas.openxmlformats.org/officeDocument/2006/relationships/slideLayout" Target="../slideLayouts/slideLayout49.xml"/><Relationship Id="rId7" Type="http://schemas.openxmlformats.org/officeDocument/2006/relationships/slideLayout" Target="../slideLayouts/slideLayout53.xml"/><Relationship Id="rId12" Type="http://schemas.openxmlformats.org/officeDocument/2006/relationships/theme" Target="../theme/theme5.xml"/><Relationship Id="rId2" Type="http://schemas.openxmlformats.org/officeDocument/2006/relationships/slideLayout" Target="../slideLayouts/slideLayout48.xml"/><Relationship Id="rId1" Type="http://schemas.openxmlformats.org/officeDocument/2006/relationships/slideLayout" Target="../slideLayouts/slideLayout47.xml"/><Relationship Id="rId6" Type="http://schemas.openxmlformats.org/officeDocument/2006/relationships/slideLayout" Target="../slideLayouts/slideLayout52.xml"/><Relationship Id="rId11" Type="http://schemas.openxmlformats.org/officeDocument/2006/relationships/slideLayout" Target="../slideLayouts/slideLayout57.xml"/><Relationship Id="rId5" Type="http://schemas.openxmlformats.org/officeDocument/2006/relationships/slideLayout" Target="../slideLayouts/slideLayout51.xml"/><Relationship Id="rId10" Type="http://schemas.openxmlformats.org/officeDocument/2006/relationships/slideLayout" Target="../slideLayouts/slideLayout56.xml"/><Relationship Id="rId4" Type="http://schemas.openxmlformats.org/officeDocument/2006/relationships/slideLayout" Target="../slideLayouts/slideLayout50.xml"/><Relationship Id="rId9" Type="http://schemas.openxmlformats.org/officeDocument/2006/relationships/slideLayout" Target="../slideLayouts/slideLayout5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5.xml"/><Relationship Id="rId13" Type="http://schemas.openxmlformats.org/officeDocument/2006/relationships/slideLayout" Target="../slideLayouts/slideLayout70.xml"/><Relationship Id="rId3" Type="http://schemas.openxmlformats.org/officeDocument/2006/relationships/slideLayout" Target="../slideLayouts/slideLayout60.xml"/><Relationship Id="rId7" Type="http://schemas.openxmlformats.org/officeDocument/2006/relationships/slideLayout" Target="../slideLayouts/slideLayout64.xml"/><Relationship Id="rId12" Type="http://schemas.openxmlformats.org/officeDocument/2006/relationships/slideLayout" Target="../slideLayouts/slideLayout69.xml"/><Relationship Id="rId2" Type="http://schemas.openxmlformats.org/officeDocument/2006/relationships/slideLayout" Target="../slideLayouts/slideLayout59.xml"/><Relationship Id="rId1" Type="http://schemas.openxmlformats.org/officeDocument/2006/relationships/slideLayout" Target="../slideLayouts/slideLayout58.xml"/><Relationship Id="rId6" Type="http://schemas.openxmlformats.org/officeDocument/2006/relationships/slideLayout" Target="../slideLayouts/slideLayout63.xml"/><Relationship Id="rId11" Type="http://schemas.openxmlformats.org/officeDocument/2006/relationships/slideLayout" Target="../slideLayouts/slideLayout68.xml"/><Relationship Id="rId5" Type="http://schemas.openxmlformats.org/officeDocument/2006/relationships/slideLayout" Target="../slideLayouts/slideLayout62.xml"/><Relationship Id="rId15" Type="http://schemas.openxmlformats.org/officeDocument/2006/relationships/image" Target="../media/image2.jpeg"/><Relationship Id="rId10" Type="http://schemas.openxmlformats.org/officeDocument/2006/relationships/slideLayout" Target="../slideLayouts/slideLayout67.xml"/><Relationship Id="rId4" Type="http://schemas.openxmlformats.org/officeDocument/2006/relationships/slideLayout" Target="../slideLayouts/slideLayout61.xml"/><Relationship Id="rId9" Type="http://schemas.openxmlformats.org/officeDocument/2006/relationships/slideLayout" Target="../slideLayouts/slideLayout66.xml"/><Relationship Id="rId14" Type="http://schemas.openxmlformats.org/officeDocument/2006/relationships/theme" Target="../theme/theme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de-DE"/>
              <a:t>Titelmasterformat durch Klicken bearbeiten</a:t>
            </a:r>
          </a:p>
        </p:txBody>
      </p:sp>
      <p:sp>
        <p:nvSpPr>
          <p:cNvPr id="3" name="Textplatzhalt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EC8470D-0089-42ED-85A5-E3DF6854A598}" type="datetimeFigureOut">
              <a:rPr lang="de-DE" smtClean="0"/>
              <a:t>30.12.2025</a:t>
            </a:fld>
            <a:endParaRPr lang="de-DE"/>
          </a:p>
        </p:txBody>
      </p:sp>
      <p:sp>
        <p:nvSpPr>
          <p:cNvPr id="5" name="Fußzeilenplatzhalt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de-DE"/>
          </a:p>
        </p:txBody>
      </p:sp>
      <p:sp>
        <p:nvSpPr>
          <p:cNvPr id="6" name="Foliennummernplatzhalt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171F8E5-7F6B-48BB-84C6-40BAF8E93A10}" type="slidenum">
              <a:rPr lang="de-DE" smtClean="0"/>
              <a:t>‹Nr.›</a:t>
            </a:fld>
            <a:endParaRPr lang="de-DE"/>
          </a:p>
        </p:txBody>
      </p:sp>
    </p:spTree>
    <p:extLst>
      <p:ext uri="{BB962C8B-B14F-4D97-AF65-F5344CB8AC3E}">
        <p14:creationId xmlns:p14="http://schemas.microsoft.com/office/powerpoint/2010/main" val="28839293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85" name="Picture 2" descr="C:\Users\Herbie132\Desktop\Plakat\Leitbild Gemeinde-klein.jpg"/>
          <p:cNvPicPr/>
          <p:nvPr/>
        </p:nvPicPr>
        <p:blipFill>
          <a:blip r:embed="rId14"/>
          <a:stretch/>
        </p:blipFill>
        <p:spPr>
          <a:xfrm>
            <a:off x="6531983" y="-300713"/>
            <a:ext cx="2805975" cy="1980788"/>
          </a:xfrm>
          <a:prstGeom prst="rect">
            <a:avLst/>
          </a:prstGeom>
          <a:ln w="0">
            <a:noFill/>
          </a:ln>
        </p:spPr>
      </p:pic>
      <p:sp>
        <p:nvSpPr>
          <p:cNvPr id="86" name="CustomShape 1"/>
          <p:cNvSpPr/>
          <p:nvPr/>
        </p:nvSpPr>
        <p:spPr>
          <a:xfrm>
            <a:off x="0" y="6400687"/>
            <a:ext cx="9140850" cy="45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sp>
      <p:sp>
        <p:nvSpPr>
          <p:cNvPr id="87" name="CustomShape 2"/>
          <p:cNvSpPr/>
          <p:nvPr/>
        </p:nvSpPr>
        <p:spPr>
          <a:xfrm>
            <a:off x="0" y="6334208"/>
            <a:ext cx="9140850" cy="627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sp>
      <p:sp>
        <p:nvSpPr>
          <p:cNvPr id="88" name="Line 3"/>
          <p:cNvSpPr/>
          <p:nvPr/>
        </p:nvSpPr>
        <p:spPr>
          <a:xfrm>
            <a:off x="894713" y="1737450"/>
            <a:ext cx="7475625" cy="0"/>
          </a:xfrm>
          <a:prstGeom prst="line">
            <a:avLst/>
          </a:prstGeom>
          <a:ln w="6350">
            <a:solidFill>
              <a:schemeClr val="tx1">
                <a:lumMod val="50000"/>
                <a:lumOff val="50000"/>
              </a:schemeClr>
            </a:solidFill>
            <a:round/>
          </a:ln>
        </p:spPr>
        <p:style>
          <a:lnRef idx="1">
            <a:schemeClr val="accent1"/>
          </a:lnRef>
          <a:fillRef idx="0">
            <a:schemeClr val="accent1"/>
          </a:fillRef>
          <a:effectRef idx="0">
            <a:schemeClr val="accent1"/>
          </a:effectRef>
          <a:fontRef idx="minor"/>
        </p:style>
      </p:sp>
      <p:sp>
        <p:nvSpPr>
          <p:cNvPr id="89" name="CustomShape 4"/>
          <p:cNvSpPr/>
          <p:nvPr/>
        </p:nvSpPr>
        <p:spPr>
          <a:xfrm>
            <a:off x="898110" y="1650735"/>
            <a:ext cx="7878263" cy="175163"/>
          </a:xfrm>
          <a:prstGeom prst="rect">
            <a:avLst/>
          </a:prstGeom>
          <a:solidFill>
            <a:schemeClr val="bg1"/>
          </a:solidFill>
          <a:ln>
            <a:solidFill>
              <a:schemeClr val="bg1"/>
            </a:solidFill>
            <a:round/>
          </a:ln>
        </p:spPr>
        <p:style>
          <a:lnRef idx="2">
            <a:schemeClr val="accent1">
              <a:shade val="50000"/>
            </a:schemeClr>
          </a:lnRef>
          <a:fillRef idx="1">
            <a:schemeClr val="accent1"/>
          </a:fillRef>
          <a:effectRef idx="0">
            <a:schemeClr val="accent1"/>
          </a:effectRef>
          <a:fontRef idx="minor"/>
        </p:style>
      </p:sp>
      <p:sp>
        <p:nvSpPr>
          <p:cNvPr id="90" name="Line 5"/>
          <p:cNvSpPr/>
          <p:nvPr/>
        </p:nvSpPr>
        <p:spPr>
          <a:xfrm>
            <a:off x="355729" y="1383413"/>
            <a:ext cx="6643688" cy="0"/>
          </a:xfrm>
          <a:prstGeom prst="line">
            <a:avLst/>
          </a:prstGeom>
          <a:ln>
            <a:solidFill>
              <a:schemeClr val="bg1">
                <a:lumMod val="65000"/>
              </a:schemeClr>
            </a:solidFill>
            <a:round/>
          </a:ln>
        </p:spPr>
        <p:style>
          <a:lnRef idx="1">
            <a:schemeClr val="accent6"/>
          </a:lnRef>
          <a:fillRef idx="0">
            <a:schemeClr val="accent6"/>
          </a:fillRef>
          <a:effectRef idx="0">
            <a:schemeClr val="accent6"/>
          </a:effectRef>
          <a:fontRef idx="minor"/>
        </p:style>
      </p:sp>
      <p:sp>
        <p:nvSpPr>
          <p:cNvPr id="91" name="PlaceHolder 6"/>
          <p:cNvSpPr>
            <a:spLocks noGrp="1"/>
          </p:cNvSpPr>
          <p:nvPr>
            <p:ph type="title"/>
          </p:nvPr>
        </p:nvSpPr>
        <p:spPr>
          <a:xfrm>
            <a:off x="456983" y="273375"/>
            <a:ext cx="8228925" cy="1144800"/>
          </a:xfrm>
          <a:prstGeom prst="rect">
            <a:avLst/>
          </a:prstGeom>
        </p:spPr>
        <p:txBody>
          <a:bodyPr lIns="0" tIns="0" rIns="0" bIns="0" anchor="ctr">
            <a:noAutofit/>
          </a:bodyPr>
          <a:lstStyle/>
          <a:p>
            <a:r>
              <a:rPr lang="de-DE" sz="1688" b="0" strike="noStrike" spc="-1">
                <a:solidFill>
                  <a:srgbClr val="000000"/>
                </a:solidFill>
                <a:latin typeface="Arial"/>
              </a:rPr>
              <a:t>Format des Titeltextes durch Klicken bearbeiten</a:t>
            </a:r>
          </a:p>
        </p:txBody>
      </p:sp>
      <p:sp>
        <p:nvSpPr>
          <p:cNvPr id="92" name="PlaceHolder 7"/>
          <p:cNvSpPr>
            <a:spLocks noGrp="1"/>
          </p:cNvSpPr>
          <p:nvPr>
            <p:ph type="body"/>
          </p:nvPr>
        </p:nvSpPr>
        <p:spPr>
          <a:xfrm>
            <a:off x="456983" y="1604475"/>
            <a:ext cx="8228925" cy="397710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de-DE" sz="2625" b="0" strike="noStrike" spc="-1">
                <a:solidFill>
                  <a:srgbClr val="000000"/>
                </a:solidFill>
                <a:latin typeface="Arial"/>
              </a:rPr>
              <a:t>Format des Gliederungstextes durch Klicken bearbeiten</a:t>
            </a:r>
          </a:p>
          <a:p>
            <a:pPr marL="808838" lvl="1" indent="-303315">
              <a:spcBef>
                <a:spcPts val="1063"/>
              </a:spcBef>
              <a:buClr>
                <a:srgbClr val="000000"/>
              </a:buClr>
              <a:buSzPct val="75000"/>
              <a:buFont typeface="Symbol" charset="2"/>
              <a:buChar char=""/>
            </a:pPr>
            <a:r>
              <a:rPr lang="de-DE" sz="1875" b="0" strike="noStrike" spc="-1">
                <a:solidFill>
                  <a:srgbClr val="000000"/>
                </a:solidFill>
                <a:latin typeface="Arial"/>
              </a:rPr>
              <a:t>Zweite Gliederungsebene</a:t>
            </a:r>
          </a:p>
          <a:p>
            <a:pPr marL="1213268" lvl="2" indent="-269613">
              <a:spcBef>
                <a:spcPts val="797"/>
              </a:spcBef>
              <a:buClr>
                <a:srgbClr val="000000"/>
              </a:buClr>
              <a:buSzPct val="45000"/>
              <a:buFont typeface="Wingdings" charset="2"/>
              <a:buChar char=""/>
            </a:pPr>
            <a:r>
              <a:rPr lang="de-DE" sz="1688" b="0" strike="noStrike" spc="-1">
                <a:solidFill>
                  <a:srgbClr val="000000"/>
                </a:solidFill>
                <a:latin typeface="Arial"/>
              </a:rPr>
              <a:t>Dritte Gliederungsebene</a:t>
            </a:r>
          </a:p>
          <a:p>
            <a:pPr marL="1617672" lvl="3" indent="-202209">
              <a:spcBef>
                <a:spcPts val="532"/>
              </a:spcBef>
              <a:buClr>
                <a:srgbClr val="000000"/>
              </a:buClr>
              <a:buSzPct val="75000"/>
              <a:buFont typeface="Symbol" charset="2"/>
              <a:buChar char=""/>
            </a:pPr>
            <a:r>
              <a:rPr lang="de-DE" sz="1688" b="0" strike="noStrike" spc="-1">
                <a:solidFill>
                  <a:srgbClr val="000000"/>
                </a:solidFill>
                <a:latin typeface="Arial"/>
              </a:rPr>
              <a:t>Vierte Gliederungsebene</a:t>
            </a:r>
          </a:p>
          <a:p>
            <a:pPr marL="2022092" lvl="4" indent="-202209">
              <a:spcBef>
                <a:spcPts val="265"/>
              </a:spcBef>
              <a:buClr>
                <a:srgbClr val="000000"/>
              </a:buClr>
              <a:buSzPct val="45000"/>
              <a:buFont typeface="Wingdings" charset="2"/>
              <a:buChar char=""/>
            </a:pPr>
            <a:r>
              <a:rPr lang="de-DE" sz="1875" b="0" strike="noStrike" spc="-1">
                <a:solidFill>
                  <a:srgbClr val="000000"/>
                </a:solidFill>
                <a:latin typeface="Arial"/>
              </a:rPr>
              <a:t>Fünfte Gliederungsebene</a:t>
            </a:r>
          </a:p>
          <a:p>
            <a:pPr marL="2426512" lvl="5" indent="-202209">
              <a:spcBef>
                <a:spcPts val="265"/>
              </a:spcBef>
              <a:buClr>
                <a:srgbClr val="000000"/>
              </a:buClr>
              <a:buSzPct val="45000"/>
              <a:buFont typeface="Wingdings" charset="2"/>
              <a:buChar char=""/>
            </a:pPr>
            <a:r>
              <a:rPr lang="de-DE" sz="1875" b="0" strike="noStrike" spc="-1">
                <a:solidFill>
                  <a:srgbClr val="000000"/>
                </a:solidFill>
                <a:latin typeface="Arial"/>
              </a:rPr>
              <a:t>Sechste Gliederungsebene</a:t>
            </a:r>
          </a:p>
          <a:p>
            <a:pPr marL="2830928" lvl="6" indent="-202209">
              <a:spcBef>
                <a:spcPts val="265"/>
              </a:spcBef>
              <a:buClr>
                <a:srgbClr val="000000"/>
              </a:buClr>
              <a:buSzPct val="45000"/>
              <a:buFont typeface="Wingdings" charset="2"/>
              <a:buChar char=""/>
            </a:pPr>
            <a:r>
              <a:rPr lang="de-DE" sz="1875" b="0" strike="noStrike" spc="-1">
                <a:solidFill>
                  <a:srgbClr val="000000"/>
                </a:solidFill>
                <a:latin typeface="Arial"/>
              </a:rPr>
              <a:t>Siebte Gliederungsebene</a:t>
            </a:r>
          </a:p>
        </p:txBody>
      </p:sp>
    </p:spTree>
    <p:extLst>
      <p:ext uri="{BB962C8B-B14F-4D97-AF65-F5344CB8AC3E}">
        <p14:creationId xmlns:p14="http://schemas.microsoft.com/office/powerpoint/2010/main" val="3331333982"/>
      </p:ext>
    </p:extLst>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Lst>
  <p:txStyles>
    <p:titleStyle>
      <a:lvl1pPr algn="l" defTabSz="856019" rtl="0" eaLnBrk="1" latinLnBrk="0" hangingPunct="1">
        <a:lnSpc>
          <a:spcPct val="90000"/>
        </a:lnSpc>
        <a:spcBef>
          <a:spcPct val="0"/>
        </a:spcBef>
        <a:buNone/>
        <a:defRPr sz="4125" kern="1200">
          <a:solidFill>
            <a:schemeClr val="tx1"/>
          </a:solidFill>
          <a:latin typeface="+mj-lt"/>
          <a:ea typeface="+mj-ea"/>
          <a:cs typeface="+mj-cs"/>
        </a:defRPr>
      </a:lvl1pPr>
    </p:titleStyle>
    <p:bodyStyle>
      <a:lvl1pPr marL="405000" indent="-303750" algn="l" defTabSz="856019" rtl="0" eaLnBrk="1" latinLnBrk="0" hangingPunct="1">
        <a:lnSpc>
          <a:spcPct val="90000"/>
        </a:lnSpc>
        <a:spcBef>
          <a:spcPts val="1328"/>
        </a:spcBef>
        <a:buClr>
          <a:srgbClr val="000000"/>
        </a:buClr>
        <a:buSzPct val="45000"/>
        <a:buFont typeface="Wingdings" charset="2"/>
        <a:buChar char=""/>
        <a:defRPr sz="2625" kern="1200">
          <a:solidFill>
            <a:schemeClr val="tx1"/>
          </a:solidFill>
          <a:latin typeface="+mn-lt"/>
          <a:ea typeface="+mn-ea"/>
          <a:cs typeface="+mn-cs"/>
        </a:defRPr>
      </a:lvl1pPr>
      <a:lvl2pPr marL="642018" indent="-214001" algn="l" defTabSz="856019" rtl="0" eaLnBrk="1" latinLnBrk="0" hangingPunct="1">
        <a:lnSpc>
          <a:spcPct val="90000"/>
        </a:lnSpc>
        <a:spcBef>
          <a:spcPts val="469"/>
        </a:spcBef>
        <a:buFont typeface="Arial" panose="020B0604020202020204" pitchFamily="34" charset="0"/>
        <a:buChar char="•"/>
        <a:defRPr sz="2344" kern="1200">
          <a:solidFill>
            <a:schemeClr val="tx1"/>
          </a:solidFill>
          <a:latin typeface="+mn-lt"/>
          <a:ea typeface="+mn-ea"/>
          <a:cs typeface="+mn-cs"/>
        </a:defRPr>
      </a:lvl2pPr>
      <a:lvl3pPr marL="1070023" indent="-214001" algn="l" defTabSz="856019" rtl="0" eaLnBrk="1" latinLnBrk="0" hangingPunct="1">
        <a:lnSpc>
          <a:spcPct val="90000"/>
        </a:lnSpc>
        <a:spcBef>
          <a:spcPts val="469"/>
        </a:spcBef>
        <a:buFont typeface="Arial" panose="020B0604020202020204" pitchFamily="34" charset="0"/>
        <a:buChar char="•"/>
        <a:defRPr sz="1875" kern="1200">
          <a:solidFill>
            <a:schemeClr val="tx1"/>
          </a:solidFill>
          <a:latin typeface="+mn-lt"/>
          <a:ea typeface="+mn-ea"/>
          <a:cs typeface="+mn-cs"/>
        </a:defRPr>
      </a:lvl3pPr>
      <a:lvl4pPr marL="1498032" indent="-214001" algn="l" defTabSz="856019" rtl="0" eaLnBrk="1" latinLnBrk="0" hangingPunct="1">
        <a:lnSpc>
          <a:spcPct val="90000"/>
        </a:lnSpc>
        <a:spcBef>
          <a:spcPts val="469"/>
        </a:spcBef>
        <a:buFont typeface="Arial" panose="020B0604020202020204" pitchFamily="34" charset="0"/>
        <a:buChar char="•"/>
        <a:defRPr sz="1688" kern="1200">
          <a:solidFill>
            <a:schemeClr val="tx1"/>
          </a:solidFill>
          <a:latin typeface="+mn-lt"/>
          <a:ea typeface="+mn-ea"/>
          <a:cs typeface="+mn-cs"/>
        </a:defRPr>
      </a:lvl4pPr>
      <a:lvl5pPr marL="1926053" indent="-214001" algn="l" defTabSz="856019" rtl="0" eaLnBrk="1" latinLnBrk="0" hangingPunct="1">
        <a:lnSpc>
          <a:spcPct val="90000"/>
        </a:lnSpc>
        <a:spcBef>
          <a:spcPts val="469"/>
        </a:spcBef>
        <a:buFont typeface="Arial" panose="020B0604020202020204" pitchFamily="34" charset="0"/>
        <a:buChar char="•"/>
        <a:defRPr sz="1688" kern="1200">
          <a:solidFill>
            <a:schemeClr val="tx1"/>
          </a:solidFill>
          <a:latin typeface="+mn-lt"/>
          <a:ea typeface="+mn-ea"/>
          <a:cs typeface="+mn-cs"/>
        </a:defRPr>
      </a:lvl5pPr>
      <a:lvl6pPr marL="2354051" indent="-214001" algn="l" defTabSz="856019" rtl="0" eaLnBrk="1" latinLnBrk="0" hangingPunct="1">
        <a:lnSpc>
          <a:spcPct val="90000"/>
        </a:lnSpc>
        <a:spcBef>
          <a:spcPts val="469"/>
        </a:spcBef>
        <a:buFont typeface="Arial" panose="020B0604020202020204" pitchFamily="34" charset="0"/>
        <a:buChar char="•"/>
        <a:defRPr sz="1688" kern="1200">
          <a:solidFill>
            <a:schemeClr val="tx1"/>
          </a:solidFill>
          <a:latin typeface="+mn-lt"/>
          <a:ea typeface="+mn-ea"/>
          <a:cs typeface="+mn-cs"/>
        </a:defRPr>
      </a:lvl6pPr>
      <a:lvl7pPr marL="2782061" indent="-214001" algn="l" defTabSz="856019" rtl="0" eaLnBrk="1" latinLnBrk="0" hangingPunct="1">
        <a:lnSpc>
          <a:spcPct val="90000"/>
        </a:lnSpc>
        <a:spcBef>
          <a:spcPts val="469"/>
        </a:spcBef>
        <a:buFont typeface="Arial" panose="020B0604020202020204" pitchFamily="34" charset="0"/>
        <a:buChar char="•"/>
        <a:defRPr sz="1688" kern="1200">
          <a:solidFill>
            <a:schemeClr val="tx1"/>
          </a:solidFill>
          <a:latin typeface="+mn-lt"/>
          <a:ea typeface="+mn-ea"/>
          <a:cs typeface="+mn-cs"/>
        </a:defRPr>
      </a:lvl7pPr>
      <a:lvl8pPr marL="3210069" indent="-214001" algn="l" defTabSz="856019" rtl="0" eaLnBrk="1" latinLnBrk="0" hangingPunct="1">
        <a:lnSpc>
          <a:spcPct val="90000"/>
        </a:lnSpc>
        <a:spcBef>
          <a:spcPts val="469"/>
        </a:spcBef>
        <a:buFont typeface="Arial" panose="020B0604020202020204" pitchFamily="34" charset="0"/>
        <a:buChar char="•"/>
        <a:defRPr sz="1688" kern="1200">
          <a:solidFill>
            <a:schemeClr val="tx1"/>
          </a:solidFill>
          <a:latin typeface="+mn-lt"/>
          <a:ea typeface="+mn-ea"/>
          <a:cs typeface="+mn-cs"/>
        </a:defRPr>
      </a:lvl8pPr>
      <a:lvl9pPr marL="3638082" indent="-214001" algn="l" defTabSz="856019" rtl="0" eaLnBrk="1" latinLnBrk="0" hangingPunct="1">
        <a:lnSpc>
          <a:spcPct val="90000"/>
        </a:lnSpc>
        <a:spcBef>
          <a:spcPts val="469"/>
        </a:spcBef>
        <a:buFont typeface="Arial" panose="020B0604020202020204" pitchFamily="34" charset="0"/>
        <a:buChar char="•"/>
        <a:defRPr sz="1688" kern="1200">
          <a:solidFill>
            <a:schemeClr val="tx1"/>
          </a:solidFill>
          <a:latin typeface="+mn-lt"/>
          <a:ea typeface="+mn-ea"/>
          <a:cs typeface="+mn-cs"/>
        </a:defRPr>
      </a:lvl9pPr>
    </p:bodyStyle>
    <p:otherStyle>
      <a:defPPr>
        <a:defRPr lang="de-DE"/>
      </a:defPPr>
      <a:lvl1pPr marL="0" algn="l" defTabSz="856019" rtl="0" eaLnBrk="1" latinLnBrk="0" hangingPunct="1">
        <a:defRPr sz="1688" kern="1200">
          <a:solidFill>
            <a:schemeClr val="tx1"/>
          </a:solidFill>
          <a:latin typeface="+mn-lt"/>
          <a:ea typeface="+mn-ea"/>
          <a:cs typeface="+mn-cs"/>
        </a:defRPr>
      </a:lvl1pPr>
      <a:lvl2pPr marL="428009" algn="l" defTabSz="856019" rtl="0" eaLnBrk="1" latinLnBrk="0" hangingPunct="1">
        <a:defRPr sz="1688" kern="1200">
          <a:solidFill>
            <a:schemeClr val="tx1"/>
          </a:solidFill>
          <a:latin typeface="+mn-lt"/>
          <a:ea typeface="+mn-ea"/>
          <a:cs typeface="+mn-cs"/>
        </a:defRPr>
      </a:lvl2pPr>
      <a:lvl3pPr marL="856019" algn="l" defTabSz="856019" rtl="0" eaLnBrk="1" latinLnBrk="0" hangingPunct="1">
        <a:defRPr sz="1688" kern="1200">
          <a:solidFill>
            <a:schemeClr val="tx1"/>
          </a:solidFill>
          <a:latin typeface="+mn-lt"/>
          <a:ea typeface="+mn-ea"/>
          <a:cs typeface="+mn-cs"/>
        </a:defRPr>
      </a:lvl3pPr>
      <a:lvl4pPr marL="1284033" algn="l" defTabSz="856019" rtl="0" eaLnBrk="1" latinLnBrk="0" hangingPunct="1">
        <a:defRPr sz="1688" kern="1200">
          <a:solidFill>
            <a:schemeClr val="tx1"/>
          </a:solidFill>
          <a:latin typeface="+mn-lt"/>
          <a:ea typeface="+mn-ea"/>
          <a:cs typeface="+mn-cs"/>
        </a:defRPr>
      </a:lvl4pPr>
      <a:lvl5pPr marL="1712037" algn="l" defTabSz="856019" rtl="0" eaLnBrk="1" latinLnBrk="0" hangingPunct="1">
        <a:defRPr sz="1688" kern="1200">
          <a:solidFill>
            <a:schemeClr val="tx1"/>
          </a:solidFill>
          <a:latin typeface="+mn-lt"/>
          <a:ea typeface="+mn-ea"/>
          <a:cs typeface="+mn-cs"/>
        </a:defRPr>
      </a:lvl5pPr>
      <a:lvl6pPr marL="2140046" algn="l" defTabSz="856019" rtl="0" eaLnBrk="1" latinLnBrk="0" hangingPunct="1">
        <a:defRPr sz="1688" kern="1200">
          <a:solidFill>
            <a:schemeClr val="tx1"/>
          </a:solidFill>
          <a:latin typeface="+mn-lt"/>
          <a:ea typeface="+mn-ea"/>
          <a:cs typeface="+mn-cs"/>
        </a:defRPr>
      </a:lvl6pPr>
      <a:lvl7pPr marL="2568056" algn="l" defTabSz="856019" rtl="0" eaLnBrk="1" latinLnBrk="0" hangingPunct="1">
        <a:defRPr sz="1688" kern="1200">
          <a:solidFill>
            <a:schemeClr val="tx1"/>
          </a:solidFill>
          <a:latin typeface="+mn-lt"/>
          <a:ea typeface="+mn-ea"/>
          <a:cs typeface="+mn-cs"/>
        </a:defRPr>
      </a:lvl7pPr>
      <a:lvl8pPr marL="2996063" algn="l" defTabSz="856019" rtl="0" eaLnBrk="1" latinLnBrk="0" hangingPunct="1">
        <a:defRPr sz="1688" kern="1200">
          <a:solidFill>
            <a:schemeClr val="tx1"/>
          </a:solidFill>
          <a:latin typeface="+mn-lt"/>
          <a:ea typeface="+mn-ea"/>
          <a:cs typeface="+mn-cs"/>
        </a:defRPr>
      </a:lvl8pPr>
      <a:lvl9pPr marL="3424075" algn="l" defTabSz="856019" rtl="0" eaLnBrk="1" latinLnBrk="0" hangingPunct="1">
        <a:defRPr sz="1688"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29" name="Picture 2" descr="C:\Users\Herbie132\Desktop\Plakat\Leitbild Gemeinde-klein.jpg"/>
          <p:cNvPicPr/>
          <p:nvPr/>
        </p:nvPicPr>
        <p:blipFill>
          <a:blip r:embed="rId14"/>
          <a:stretch/>
        </p:blipFill>
        <p:spPr>
          <a:xfrm>
            <a:off x="6531983" y="-300713"/>
            <a:ext cx="2805975" cy="1980788"/>
          </a:xfrm>
          <a:prstGeom prst="rect">
            <a:avLst/>
          </a:prstGeom>
          <a:ln w="0">
            <a:noFill/>
          </a:ln>
        </p:spPr>
      </p:pic>
      <p:sp>
        <p:nvSpPr>
          <p:cNvPr id="130" name="CustomShape 1"/>
          <p:cNvSpPr/>
          <p:nvPr/>
        </p:nvSpPr>
        <p:spPr>
          <a:xfrm>
            <a:off x="0" y="6400687"/>
            <a:ext cx="9140850" cy="45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sp>
      <p:sp>
        <p:nvSpPr>
          <p:cNvPr id="131" name="CustomShape 2"/>
          <p:cNvSpPr/>
          <p:nvPr/>
        </p:nvSpPr>
        <p:spPr>
          <a:xfrm>
            <a:off x="0" y="6334208"/>
            <a:ext cx="9140850" cy="627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sp>
      <p:sp>
        <p:nvSpPr>
          <p:cNvPr id="132" name="Line 3"/>
          <p:cNvSpPr/>
          <p:nvPr/>
        </p:nvSpPr>
        <p:spPr>
          <a:xfrm>
            <a:off x="894713" y="1737450"/>
            <a:ext cx="7475625" cy="0"/>
          </a:xfrm>
          <a:prstGeom prst="line">
            <a:avLst/>
          </a:prstGeom>
          <a:ln w="6350">
            <a:solidFill>
              <a:schemeClr val="tx1">
                <a:lumMod val="50000"/>
                <a:lumOff val="50000"/>
              </a:schemeClr>
            </a:solidFill>
            <a:round/>
          </a:ln>
        </p:spPr>
        <p:style>
          <a:lnRef idx="1">
            <a:schemeClr val="accent1"/>
          </a:lnRef>
          <a:fillRef idx="0">
            <a:schemeClr val="accent1"/>
          </a:fillRef>
          <a:effectRef idx="0">
            <a:schemeClr val="accent1"/>
          </a:effectRef>
          <a:fontRef idx="minor"/>
        </p:style>
      </p:sp>
      <p:sp>
        <p:nvSpPr>
          <p:cNvPr id="133" name="CustomShape 4"/>
          <p:cNvSpPr/>
          <p:nvPr/>
        </p:nvSpPr>
        <p:spPr>
          <a:xfrm>
            <a:off x="898110" y="1650735"/>
            <a:ext cx="7878263" cy="175163"/>
          </a:xfrm>
          <a:prstGeom prst="rect">
            <a:avLst/>
          </a:prstGeom>
          <a:solidFill>
            <a:schemeClr val="bg1"/>
          </a:solidFill>
          <a:ln>
            <a:solidFill>
              <a:schemeClr val="bg1"/>
            </a:solidFill>
            <a:round/>
          </a:ln>
        </p:spPr>
        <p:style>
          <a:lnRef idx="2">
            <a:schemeClr val="accent1">
              <a:shade val="50000"/>
            </a:schemeClr>
          </a:lnRef>
          <a:fillRef idx="1">
            <a:schemeClr val="accent1"/>
          </a:fillRef>
          <a:effectRef idx="0">
            <a:schemeClr val="accent1"/>
          </a:effectRef>
          <a:fontRef idx="minor"/>
        </p:style>
      </p:sp>
      <p:sp>
        <p:nvSpPr>
          <p:cNvPr id="134" name="Line 5"/>
          <p:cNvSpPr/>
          <p:nvPr/>
        </p:nvSpPr>
        <p:spPr>
          <a:xfrm>
            <a:off x="355729" y="1383413"/>
            <a:ext cx="6643688" cy="0"/>
          </a:xfrm>
          <a:prstGeom prst="line">
            <a:avLst/>
          </a:prstGeom>
          <a:ln>
            <a:solidFill>
              <a:schemeClr val="bg1">
                <a:lumMod val="65000"/>
              </a:schemeClr>
            </a:solidFill>
            <a:round/>
          </a:ln>
        </p:spPr>
        <p:style>
          <a:lnRef idx="1">
            <a:schemeClr val="accent6"/>
          </a:lnRef>
          <a:fillRef idx="0">
            <a:schemeClr val="accent6"/>
          </a:fillRef>
          <a:effectRef idx="0">
            <a:schemeClr val="accent6"/>
          </a:effectRef>
          <a:fontRef idx="minor"/>
        </p:style>
      </p:sp>
      <p:sp>
        <p:nvSpPr>
          <p:cNvPr id="135" name="PlaceHolder 6"/>
          <p:cNvSpPr>
            <a:spLocks noGrp="1"/>
          </p:cNvSpPr>
          <p:nvPr>
            <p:ph type="title"/>
          </p:nvPr>
        </p:nvSpPr>
        <p:spPr>
          <a:xfrm>
            <a:off x="642938" y="1997329"/>
            <a:ext cx="7285950" cy="1377338"/>
          </a:xfrm>
          <a:prstGeom prst="rect">
            <a:avLst/>
          </a:prstGeom>
        </p:spPr>
        <p:txBody>
          <a:bodyPr lIns="0" tIns="0" rIns="0" bIns="0" anchor="ctr">
            <a:noAutofit/>
          </a:bodyPr>
          <a:lstStyle/>
          <a:p>
            <a:r>
              <a:rPr lang="de-DE" sz="4125" b="0" strike="noStrike" spc="-1">
                <a:solidFill>
                  <a:srgbClr val="000000"/>
                </a:solidFill>
                <a:latin typeface="Arial"/>
              </a:rPr>
              <a:t>Format des Titeltextes durch Klicken bearbeiten</a:t>
            </a:r>
          </a:p>
        </p:txBody>
      </p:sp>
      <p:sp>
        <p:nvSpPr>
          <p:cNvPr id="136" name="PlaceHolder 7"/>
          <p:cNvSpPr>
            <a:spLocks noGrp="1"/>
          </p:cNvSpPr>
          <p:nvPr>
            <p:ph type="body"/>
          </p:nvPr>
        </p:nvSpPr>
        <p:spPr>
          <a:xfrm>
            <a:off x="456983" y="1604475"/>
            <a:ext cx="8228925" cy="397710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de-DE" sz="2625" b="0" strike="noStrike" spc="-1">
                <a:solidFill>
                  <a:srgbClr val="000000"/>
                </a:solidFill>
                <a:latin typeface="Arial"/>
              </a:rPr>
              <a:t>Format des Gliederungstextes durch Klicken bearbeiten</a:t>
            </a:r>
          </a:p>
          <a:p>
            <a:pPr marL="808838" lvl="1" indent="-303315">
              <a:spcBef>
                <a:spcPts val="1063"/>
              </a:spcBef>
              <a:buClr>
                <a:srgbClr val="000000"/>
              </a:buClr>
              <a:buSzPct val="75000"/>
              <a:buFont typeface="Symbol" charset="2"/>
              <a:buChar char=""/>
            </a:pPr>
            <a:r>
              <a:rPr lang="de-DE" sz="1875" b="0" strike="noStrike" spc="-1">
                <a:solidFill>
                  <a:srgbClr val="000000"/>
                </a:solidFill>
                <a:latin typeface="Arial"/>
              </a:rPr>
              <a:t>Zweite Gliederungsebene</a:t>
            </a:r>
          </a:p>
          <a:p>
            <a:pPr marL="1213268" lvl="2" indent="-269613">
              <a:spcBef>
                <a:spcPts val="797"/>
              </a:spcBef>
              <a:buClr>
                <a:srgbClr val="000000"/>
              </a:buClr>
              <a:buSzPct val="45000"/>
              <a:buFont typeface="Wingdings" charset="2"/>
              <a:buChar char=""/>
            </a:pPr>
            <a:r>
              <a:rPr lang="de-DE" sz="1688" b="0" strike="noStrike" spc="-1">
                <a:solidFill>
                  <a:srgbClr val="000000"/>
                </a:solidFill>
                <a:latin typeface="Arial"/>
              </a:rPr>
              <a:t>Dritte Gliederungsebene</a:t>
            </a:r>
          </a:p>
          <a:p>
            <a:pPr marL="1617672" lvl="3" indent="-202209">
              <a:spcBef>
                <a:spcPts val="532"/>
              </a:spcBef>
              <a:buClr>
                <a:srgbClr val="000000"/>
              </a:buClr>
              <a:buSzPct val="75000"/>
              <a:buFont typeface="Symbol" charset="2"/>
              <a:buChar char=""/>
            </a:pPr>
            <a:r>
              <a:rPr lang="de-DE" sz="1688" b="0" strike="noStrike" spc="-1">
                <a:solidFill>
                  <a:srgbClr val="000000"/>
                </a:solidFill>
                <a:latin typeface="Arial"/>
              </a:rPr>
              <a:t>Vierte Gliederungsebene</a:t>
            </a:r>
          </a:p>
          <a:p>
            <a:pPr marL="2022092" lvl="4" indent="-202209">
              <a:spcBef>
                <a:spcPts val="265"/>
              </a:spcBef>
              <a:buClr>
                <a:srgbClr val="000000"/>
              </a:buClr>
              <a:buSzPct val="45000"/>
              <a:buFont typeface="Wingdings" charset="2"/>
              <a:buChar char=""/>
            </a:pPr>
            <a:r>
              <a:rPr lang="de-DE" sz="1875" b="0" strike="noStrike" spc="-1">
                <a:solidFill>
                  <a:srgbClr val="000000"/>
                </a:solidFill>
                <a:latin typeface="Arial"/>
              </a:rPr>
              <a:t>Fünfte Gliederungsebene</a:t>
            </a:r>
          </a:p>
          <a:p>
            <a:pPr marL="2426512" lvl="5" indent="-202209">
              <a:spcBef>
                <a:spcPts val="265"/>
              </a:spcBef>
              <a:buClr>
                <a:srgbClr val="000000"/>
              </a:buClr>
              <a:buSzPct val="45000"/>
              <a:buFont typeface="Wingdings" charset="2"/>
              <a:buChar char=""/>
            </a:pPr>
            <a:r>
              <a:rPr lang="de-DE" sz="1875" b="0" strike="noStrike" spc="-1">
                <a:solidFill>
                  <a:srgbClr val="000000"/>
                </a:solidFill>
                <a:latin typeface="Arial"/>
              </a:rPr>
              <a:t>Sechste Gliederungsebene</a:t>
            </a:r>
          </a:p>
          <a:p>
            <a:pPr marL="2830928" lvl="6" indent="-202209">
              <a:spcBef>
                <a:spcPts val="265"/>
              </a:spcBef>
              <a:buClr>
                <a:srgbClr val="000000"/>
              </a:buClr>
              <a:buSzPct val="45000"/>
              <a:buFont typeface="Wingdings" charset="2"/>
              <a:buChar char=""/>
            </a:pPr>
            <a:r>
              <a:rPr lang="de-DE" sz="1875" b="0" strike="noStrike" spc="-1">
                <a:solidFill>
                  <a:srgbClr val="000000"/>
                </a:solidFill>
                <a:latin typeface="Arial"/>
              </a:rPr>
              <a:t>Siebte Gliederungsebene</a:t>
            </a:r>
          </a:p>
        </p:txBody>
      </p:sp>
    </p:spTree>
    <p:extLst>
      <p:ext uri="{BB962C8B-B14F-4D97-AF65-F5344CB8AC3E}">
        <p14:creationId xmlns:p14="http://schemas.microsoft.com/office/powerpoint/2010/main" val="4160180341"/>
      </p:ext>
    </p:extLst>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 id="2147483700" r:id="rId12"/>
  </p:sldLayoutIdLst>
  <p:txStyles>
    <p:titleStyle>
      <a:lvl1pPr algn="l" defTabSz="856019" rtl="0" eaLnBrk="1" latinLnBrk="0" hangingPunct="1">
        <a:lnSpc>
          <a:spcPct val="90000"/>
        </a:lnSpc>
        <a:spcBef>
          <a:spcPct val="0"/>
        </a:spcBef>
        <a:buNone/>
        <a:defRPr sz="4125" kern="1200">
          <a:solidFill>
            <a:schemeClr val="tx1"/>
          </a:solidFill>
          <a:latin typeface="+mj-lt"/>
          <a:ea typeface="+mj-ea"/>
          <a:cs typeface="+mj-cs"/>
        </a:defRPr>
      </a:lvl1pPr>
    </p:titleStyle>
    <p:bodyStyle>
      <a:lvl1pPr marL="405000" indent="-303750" algn="l" defTabSz="856019" rtl="0" eaLnBrk="1" latinLnBrk="0" hangingPunct="1">
        <a:lnSpc>
          <a:spcPct val="90000"/>
        </a:lnSpc>
        <a:spcBef>
          <a:spcPts val="1328"/>
        </a:spcBef>
        <a:buClr>
          <a:srgbClr val="000000"/>
        </a:buClr>
        <a:buSzPct val="45000"/>
        <a:buFont typeface="Wingdings" charset="2"/>
        <a:buChar char=""/>
        <a:defRPr sz="2625" kern="1200">
          <a:solidFill>
            <a:schemeClr val="tx1"/>
          </a:solidFill>
          <a:latin typeface="+mn-lt"/>
          <a:ea typeface="+mn-ea"/>
          <a:cs typeface="+mn-cs"/>
        </a:defRPr>
      </a:lvl1pPr>
      <a:lvl2pPr marL="642018" indent="-214001" algn="l" defTabSz="856019" rtl="0" eaLnBrk="1" latinLnBrk="0" hangingPunct="1">
        <a:lnSpc>
          <a:spcPct val="90000"/>
        </a:lnSpc>
        <a:spcBef>
          <a:spcPts val="469"/>
        </a:spcBef>
        <a:buFont typeface="Arial" panose="020B0604020202020204" pitchFamily="34" charset="0"/>
        <a:buChar char="•"/>
        <a:defRPr sz="2344" kern="1200">
          <a:solidFill>
            <a:schemeClr val="tx1"/>
          </a:solidFill>
          <a:latin typeface="+mn-lt"/>
          <a:ea typeface="+mn-ea"/>
          <a:cs typeface="+mn-cs"/>
        </a:defRPr>
      </a:lvl2pPr>
      <a:lvl3pPr marL="1070023" indent="-214001" algn="l" defTabSz="856019" rtl="0" eaLnBrk="1" latinLnBrk="0" hangingPunct="1">
        <a:lnSpc>
          <a:spcPct val="90000"/>
        </a:lnSpc>
        <a:spcBef>
          <a:spcPts val="469"/>
        </a:spcBef>
        <a:buFont typeface="Arial" panose="020B0604020202020204" pitchFamily="34" charset="0"/>
        <a:buChar char="•"/>
        <a:defRPr sz="1875" kern="1200">
          <a:solidFill>
            <a:schemeClr val="tx1"/>
          </a:solidFill>
          <a:latin typeface="+mn-lt"/>
          <a:ea typeface="+mn-ea"/>
          <a:cs typeface="+mn-cs"/>
        </a:defRPr>
      </a:lvl3pPr>
      <a:lvl4pPr marL="1498032" indent="-214001" algn="l" defTabSz="856019" rtl="0" eaLnBrk="1" latinLnBrk="0" hangingPunct="1">
        <a:lnSpc>
          <a:spcPct val="90000"/>
        </a:lnSpc>
        <a:spcBef>
          <a:spcPts val="469"/>
        </a:spcBef>
        <a:buFont typeface="Arial" panose="020B0604020202020204" pitchFamily="34" charset="0"/>
        <a:buChar char="•"/>
        <a:defRPr sz="1688" kern="1200">
          <a:solidFill>
            <a:schemeClr val="tx1"/>
          </a:solidFill>
          <a:latin typeface="+mn-lt"/>
          <a:ea typeface="+mn-ea"/>
          <a:cs typeface="+mn-cs"/>
        </a:defRPr>
      </a:lvl4pPr>
      <a:lvl5pPr marL="1926053" indent="-214001" algn="l" defTabSz="856019" rtl="0" eaLnBrk="1" latinLnBrk="0" hangingPunct="1">
        <a:lnSpc>
          <a:spcPct val="90000"/>
        </a:lnSpc>
        <a:spcBef>
          <a:spcPts val="469"/>
        </a:spcBef>
        <a:buFont typeface="Arial" panose="020B0604020202020204" pitchFamily="34" charset="0"/>
        <a:buChar char="•"/>
        <a:defRPr sz="1688" kern="1200">
          <a:solidFill>
            <a:schemeClr val="tx1"/>
          </a:solidFill>
          <a:latin typeface="+mn-lt"/>
          <a:ea typeface="+mn-ea"/>
          <a:cs typeface="+mn-cs"/>
        </a:defRPr>
      </a:lvl5pPr>
      <a:lvl6pPr marL="2354051" indent="-214001" algn="l" defTabSz="856019" rtl="0" eaLnBrk="1" latinLnBrk="0" hangingPunct="1">
        <a:lnSpc>
          <a:spcPct val="90000"/>
        </a:lnSpc>
        <a:spcBef>
          <a:spcPts val="469"/>
        </a:spcBef>
        <a:buFont typeface="Arial" panose="020B0604020202020204" pitchFamily="34" charset="0"/>
        <a:buChar char="•"/>
        <a:defRPr sz="1688" kern="1200">
          <a:solidFill>
            <a:schemeClr val="tx1"/>
          </a:solidFill>
          <a:latin typeface="+mn-lt"/>
          <a:ea typeface="+mn-ea"/>
          <a:cs typeface="+mn-cs"/>
        </a:defRPr>
      </a:lvl6pPr>
      <a:lvl7pPr marL="2782061" indent="-214001" algn="l" defTabSz="856019" rtl="0" eaLnBrk="1" latinLnBrk="0" hangingPunct="1">
        <a:lnSpc>
          <a:spcPct val="90000"/>
        </a:lnSpc>
        <a:spcBef>
          <a:spcPts val="469"/>
        </a:spcBef>
        <a:buFont typeface="Arial" panose="020B0604020202020204" pitchFamily="34" charset="0"/>
        <a:buChar char="•"/>
        <a:defRPr sz="1688" kern="1200">
          <a:solidFill>
            <a:schemeClr val="tx1"/>
          </a:solidFill>
          <a:latin typeface="+mn-lt"/>
          <a:ea typeface="+mn-ea"/>
          <a:cs typeface="+mn-cs"/>
        </a:defRPr>
      </a:lvl7pPr>
      <a:lvl8pPr marL="3210069" indent="-214001" algn="l" defTabSz="856019" rtl="0" eaLnBrk="1" latinLnBrk="0" hangingPunct="1">
        <a:lnSpc>
          <a:spcPct val="90000"/>
        </a:lnSpc>
        <a:spcBef>
          <a:spcPts val="469"/>
        </a:spcBef>
        <a:buFont typeface="Arial" panose="020B0604020202020204" pitchFamily="34" charset="0"/>
        <a:buChar char="•"/>
        <a:defRPr sz="1688" kern="1200">
          <a:solidFill>
            <a:schemeClr val="tx1"/>
          </a:solidFill>
          <a:latin typeface="+mn-lt"/>
          <a:ea typeface="+mn-ea"/>
          <a:cs typeface="+mn-cs"/>
        </a:defRPr>
      </a:lvl8pPr>
      <a:lvl9pPr marL="3638082" indent="-214001" algn="l" defTabSz="856019" rtl="0" eaLnBrk="1" latinLnBrk="0" hangingPunct="1">
        <a:lnSpc>
          <a:spcPct val="90000"/>
        </a:lnSpc>
        <a:spcBef>
          <a:spcPts val="469"/>
        </a:spcBef>
        <a:buFont typeface="Arial" panose="020B0604020202020204" pitchFamily="34" charset="0"/>
        <a:buChar char="•"/>
        <a:defRPr sz="1688" kern="1200">
          <a:solidFill>
            <a:schemeClr val="tx1"/>
          </a:solidFill>
          <a:latin typeface="+mn-lt"/>
          <a:ea typeface="+mn-ea"/>
          <a:cs typeface="+mn-cs"/>
        </a:defRPr>
      </a:lvl9pPr>
    </p:bodyStyle>
    <p:otherStyle>
      <a:defPPr>
        <a:defRPr lang="de-DE"/>
      </a:defPPr>
      <a:lvl1pPr marL="0" algn="l" defTabSz="856019" rtl="0" eaLnBrk="1" latinLnBrk="0" hangingPunct="1">
        <a:defRPr sz="1688" kern="1200">
          <a:solidFill>
            <a:schemeClr val="tx1"/>
          </a:solidFill>
          <a:latin typeface="+mn-lt"/>
          <a:ea typeface="+mn-ea"/>
          <a:cs typeface="+mn-cs"/>
        </a:defRPr>
      </a:lvl1pPr>
      <a:lvl2pPr marL="428009" algn="l" defTabSz="856019" rtl="0" eaLnBrk="1" latinLnBrk="0" hangingPunct="1">
        <a:defRPr sz="1688" kern="1200">
          <a:solidFill>
            <a:schemeClr val="tx1"/>
          </a:solidFill>
          <a:latin typeface="+mn-lt"/>
          <a:ea typeface="+mn-ea"/>
          <a:cs typeface="+mn-cs"/>
        </a:defRPr>
      </a:lvl2pPr>
      <a:lvl3pPr marL="856019" algn="l" defTabSz="856019" rtl="0" eaLnBrk="1" latinLnBrk="0" hangingPunct="1">
        <a:defRPr sz="1688" kern="1200">
          <a:solidFill>
            <a:schemeClr val="tx1"/>
          </a:solidFill>
          <a:latin typeface="+mn-lt"/>
          <a:ea typeface="+mn-ea"/>
          <a:cs typeface="+mn-cs"/>
        </a:defRPr>
      </a:lvl3pPr>
      <a:lvl4pPr marL="1284033" algn="l" defTabSz="856019" rtl="0" eaLnBrk="1" latinLnBrk="0" hangingPunct="1">
        <a:defRPr sz="1688" kern="1200">
          <a:solidFill>
            <a:schemeClr val="tx1"/>
          </a:solidFill>
          <a:latin typeface="+mn-lt"/>
          <a:ea typeface="+mn-ea"/>
          <a:cs typeface="+mn-cs"/>
        </a:defRPr>
      </a:lvl4pPr>
      <a:lvl5pPr marL="1712037" algn="l" defTabSz="856019" rtl="0" eaLnBrk="1" latinLnBrk="0" hangingPunct="1">
        <a:defRPr sz="1688" kern="1200">
          <a:solidFill>
            <a:schemeClr val="tx1"/>
          </a:solidFill>
          <a:latin typeface="+mn-lt"/>
          <a:ea typeface="+mn-ea"/>
          <a:cs typeface="+mn-cs"/>
        </a:defRPr>
      </a:lvl5pPr>
      <a:lvl6pPr marL="2140046" algn="l" defTabSz="856019" rtl="0" eaLnBrk="1" latinLnBrk="0" hangingPunct="1">
        <a:defRPr sz="1688" kern="1200">
          <a:solidFill>
            <a:schemeClr val="tx1"/>
          </a:solidFill>
          <a:latin typeface="+mn-lt"/>
          <a:ea typeface="+mn-ea"/>
          <a:cs typeface="+mn-cs"/>
        </a:defRPr>
      </a:lvl6pPr>
      <a:lvl7pPr marL="2568056" algn="l" defTabSz="856019" rtl="0" eaLnBrk="1" latinLnBrk="0" hangingPunct="1">
        <a:defRPr sz="1688" kern="1200">
          <a:solidFill>
            <a:schemeClr val="tx1"/>
          </a:solidFill>
          <a:latin typeface="+mn-lt"/>
          <a:ea typeface="+mn-ea"/>
          <a:cs typeface="+mn-cs"/>
        </a:defRPr>
      </a:lvl7pPr>
      <a:lvl8pPr marL="2996063" algn="l" defTabSz="856019" rtl="0" eaLnBrk="1" latinLnBrk="0" hangingPunct="1">
        <a:defRPr sz="1688" kern="1200">
          <a:solidFill>
            <a:schemeClr val="tx1"/>
          </a:solidFill>
          <a:latin typeface="+mn-lt"/>
          <a:ea typeface="+mn-ea"/>
          <a:cs typeface="+mn-cs"/>
        </a:defRPr>
      </a:lvl8pPr>
      <a:lvl9pPr marL="3424075" algn="l" defTabSz="856019" rtl="0" eaLnBrk="1" latinLnBrk="0" hangingPunct="1">
        <a:defRPr sz="1688"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de-DE"/>
              <a:t>Titelmasterformat durch Klicken bearbeiten</a:t>
            </a:r>
          </a:p>
        </p:txBody>
      </p:sp>
      <p:sp>
        <p:nvSpPr>
          <p:cNvPr id="3" name="Textplatzhalt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EC8470D-0089-42ED-85A5-E3DF6854A598}" type="datetimeFigureOut">
              <a:rPr lang="de-DE" smtClean="0">
                <a:solidFill>
                  <a:prstClr val="black">
                    <a:tint val="75000"/>
                  </a:prstClr>
                </a:solidFill>
              </a:rPr>
              <a:pPr/>
              <a:t>30.12.2025</a:t>
            </a:fld>
            <a:endParaRPr lang="de-DE">
              <a:solidFill>
                <a:prstClr val="black">
                  <a:tint val="75000"/>
                </a:prstClr>
              </a:solidFill>
            </a:endParaRPr>
          </a:p>
        </p:txBody>
      </p:sp>
      <p:sp>
        <p:nvSpPr>
          <p:cNvPr id="5" name="Fußzeilenplatzhalt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de-DE">
              <a:solidFill>
                <a:prstClr val="black">
                  <a:tint val="75000"/>
                </a:prstClr>
              </a:solidFill>
            </a:endParaRPr>
          </a:p>
        </p:txBody>
      </p:sp>
      <p:sp>
        <p:nvSpPr>
          <p:cNvPr id="6" name="Foliennummernplatzhalt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171F8E5-7F6B-48BB-84C6-40BAF8E93A10}" type="slidenum">
              <a:rPr lang="de-DE" smtClean="0">
                <a:solidFill>
                  <a:prstClr val="black">
                    <a:tint val="75000"/>
                  </a:prstClr>
                </a:solidFill>
              </a:rPr>
              <a:pPr/>
              <a:t>‹Nr.›</a:t>
            </a:fld>
            <a:endParaRPr lang="de-DE">
              <a:solidFill>
                <a:prstClr val="black">
                  <a:tint val="75000"/>
                </a:prstClr>
              </a:solidFill>
            </a:endParaRPr>
          </a:p>
        </p:txBody>
      </p:sp>
    </p:spTree>
    <p:extLst>
      <p:ext uri="{BB962C8B-B14F-4D97-AF65-F5344CB8AC3E}">
        <p14:creationId xmlns:p14="http://schemas.microsoft.com/office/powerpoint/2010/main" val="3103514668"/>
      </p:ext>
    </p:extLst>
  </p:cSld>
  <p:clrMap bg1="lt1" tx1="dk1" bg2="lt2" tx2="dk2" accent1="accent1" accent2="accent2" accent3="accent3" accent4="accent4" accent5="accent5" accent6="accent6" hlink="hlink" folHlink="folHlink"/>
  <p:sldLayoutIdLst>
    <p:sldLayoutId id="2147483838" r:id="rId1"/>
    <p:sldLayoutId id="2147483839" r:id="rId2"/>
    <p:sldLayoutId id="2147483840" r:id="rId3"/>
    <p:sldLayoutId id="2147483841" r:id="rId4"/>
    <p:sldLayoutId id="2147483842" r:id="rId5"/>
    <p:sldLayoutId id="2147483843" r:id="rId6"/>
    <p:sldLayoutId id="2147483844" r:id="rId7"/>
    <p:sldLayoutId id="2147483845" r:id="rId8"/>
    <p:sldLayoutId id="2147483846" r:id="rId9"/>
    <p:sldLayoutId id="2147483847" r:id="rId10"/>
    <p:sldLayoutId id="214748384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de-DE"/>
              <a:t>Titelmasterformat durch Klicken bearbeiten</a:t>
            </a:r>
          </a:p>
        </p:txBody>
      </p:sp>
      <p:sp>
        <p:nvSpPr>
          <p:cNvPr id="3" name="Textplatzhalt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EC8470D-0089-42ED-85A5-E3DF6854A598}" type="datetimeFigureOut">
              <a:rPr lang="de-DE" smtClean="0">
                <a:solidFill>
                  <a:prstClr val="black">
                    <a:tint val="75000"/>
                  </a:prstClr>
                </a:solidFill>
              </a:rPr>
              <a:pPr/>
              <a:t>30.12.2025</a:t>
            </a:fld>
            <a:endParaRPr lang="de-DE">
              <a:solidFill>
                <a:prstClr val="black">
                  <a:tint val="75000"/>
                </a:prstClr>
              </a:solidFill>
            </a:endParaRPr>
          </a:p>
        </p:txBody>
      </p:sp>
      <p:sp>
        <p:nvSpPr>
          <p:cNvPr id="5" name="Fußzeilenplatzhalt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de-DE">
              <a:solidFill>
                <a:prstClr val="black">
                  <a:tint val="75000"/>
                </a:prstClr>
              </a:solidFill>
            </a:endParaRPr>
          </a:p>
        </p:txBody>
      </p:sp>
      <p:sp>
        <p:nvSpPr>
          <p:cNvPr id="6" name="Foliennummernplatzhalt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171F8E5-7F6B-48BB-84C6-40BAF8E93A10}" type="slidenum">
              <a:rPr lang="de-DE" smtClean="0">
                <a:solidFill>
                  <a:prstClr val="black">
                    <a:tint val="75000"/>
                  </a:prstClr>
                </a:solidFill>
              </a:rPr>
              <a:pPr/>
              <a:t>‹Nr.›</a:t>
            </a:fld>
            <a:endParaRPr lang="de-DE">
              <a:solidFill>
                <a:prstClr val="black">
                  <a:tint val="75000"/>
                </a:prstClr>
              </a:solidFill>
            </a:endParaRPr>
          </a:p>
        </p:txBody>
      </p:sp>
    </p:spTree>
    <p:extLst>
      <p:ext uri="{BB962C8B-B14F-4D97-AF65-F5344CB8AC3E}">
        <p14:creationId xmlns:p14="http://schemas.microsoft.com/office/powerpoint/2010/main" val="2221014617"/>
      </p:ext>
    </p:extLst>
  </p:cSld>
  <p:clrMap bg1="lt1" tx1="dk1" bg2="lt2" tx2="dk2" accent1="accent1" accent2="accent2" accent3="accent3" accent4="accent4" accent5="accent5" accent6="accent6" hlink="hlink" folHlink="folHlink"/>
  <p:sldLayoutIdLst>
    <p:sldLayoutId id="2147483950" r:id="rId1"/>
    <p:sldLayoutId id="2147483951" r:id="rId2"/>
    <p:sldLayoutId id="2147483952" r:id="rId3"/>
    <p:sldLayoutId id="2147483953" r:id="rId4"/>
    <p:sldLayoutId id="2147483954" r:id="rId5"/>
    <p:sldLayoutId id="2147483955" r:id="rId6"/>
    <p:sldLayoutId id="2147483956" r:id="rId7"/>
    <p:sldLayoutId id="2147483957" r:id="rId8"/>
    <p:sldLayoutId id="2147483958" r:id="rId9"/>
    <p:sldLayoutId id="2147483959" r:id="rId10"/>
    <p:sldLayoutId id="2147483960"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pattFill prst="pct5">
          <a:fgClr>
            <a:schemeClr val="bg2"/>
          </a:fgClr>
          <a:bgClr>
            <a:schemeClr val="bg1"/>
          </a:bgClr>
        </a:pattFill>
        <a:effectLst/>
      </p:bgPr>
    </p:bg>
    <p:spTree>
      <p:nvGrpSpPr>
        <p:cNvPr id="1" name=""/>
        <p:cNvGrpSpPr/>
        <p:nvPr/>
      </p:nvGrpSpPr>
      <p:grpSpPr>
        <a:xfrm>
          <a:off x="0" y="0"/>
          <a:ext cx="0" cy="0"/>
          <a:chOff x="0" y="0"/>
          <a:chExt cx="0" cy="0"/>
        </a:xfrm>
      </p:grpSpPr>
      <p:pic>
        <p:nvPicPr>
          <p:cNvPr id="2050" name="Picture 2" descr="C:\Users\Herbie132\Desktop\Plakat\Leitbild Gemeinde-klein.jpg"/>
          <p:cNvPicPr>
            <a:picLocks noChangeAspect="1" noChangeArrowheads="1"/>
          </p:cNvPicPr>
          <p:nvPr/>
        </p:nvPicPr>
        <p:blipFill>
          <a:blip r:embed="rId15" cstate="print"/>
          <a:srcRect/>
          <a:stretch>
            <a:fillRect/>
          </a:stretch>
        </p:blipFill>
        <p:spPr bwMode="auto">
          <a:xfrm>
            <a:off x="6531959" y="-300466"/>
            <a:ext cx="2808936" cy="1983988"/>
          </a:xfrm>
          <a:prstGeom prst="rect">
            <a:avLst/>
          </a:prstGeom>
          <a:noFill/>
        </p:spPr>
      </p:pic>
      <p:sp>
        <p:nvSpPr>
          <p:cNvPr id="7" name="Rectangle 6"/>
          <p:cNvSpPr/>
          <p:nvPr/>
        </p:nvSpPr>
        <p:spPr>
          <a:xfrm>
            <a:off x="0" y="6400800"/>
            <a:ext cx="914400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5"/>
            <a:ext cx="9144001" cy="65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822960" y="286604"/>
            <a:ext cx="7543800" cy="1450757"/>
          </a:xfrm>
          <a:prstGeom prst="rect">
            <a:avLst/>
          </a:prstGeom>
        </p:spPr>
        <p:txBody>
          <a:bodyPr vert="horz" lIns="91440" tIns="45720" rIns="91440" bIns="45720" rtlCol="0" anchor="b">
            <a:normAutofit/>
          </a:bodyPr>
          <a:lstStyle/>
          <a:p>
            <a:r>
              <a:rPr lang="de-DE"/>
              <a:t>Titelmasterformat durch Klicken bearbeiten</a:t>
            </a:r>
            <a:endParaRPr lang="en-US" dirty="0"/>
          </a:p>
        </p:txBody>
      </p:sp>
      <p:sp>
        <p:nvSpPr>
          <p:cNvPr id="3" name="Text Placeholder 2"/>
          <p:cNvSpPr>
            <a:spLocks noGrp="1"/>
          </p:cNvSpPr>
          <p:nvPr>
            <p:ph type="body" idx="1"/>
          </p:nvPr>
        </p:nvSpPr>
        <p:spPr>
          <a:xfrm>
            <a:off x="822959" y="1845734"/>
            <a:ext cx="7543801" cy="4023360"/>
          </a:xfrm>
          <a:prstGeom prst="rect">
            <a:avLst/>
          </a:prstGeom>
        </p:spPr>
        <p:txBody>
          <a:bodyPr vert="horz" lIns="0" tIns="45720" rIns="0" bIns="45720" rtlCol="0">
            <a:normAutofit/>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2"/>
          </p:nvPr>
        </p:nvSpPr>
        <p:spPr>
          <a:xfrm>
            <a:off x="822961" y="6459786"/>
            <a:ext cx="1854203" cy="365125"/>
          </a:xfrm>
          <a:prstGeom prst="rect">
            <a:avLst/>
          </a:prstGeom>
        </p:spPr>
        <p:txBody>
          <a:bodyPr vert="horz" lIns="91440" tIns="45720" rIns="91440" bIns="45720" rtlCol="0" anchor="ctr"/>
          <a:lstStyle>
            <a:lvl1pPr algn="l">
              <a:defRPr sz="900">
                <a:solidFill>
                  <a:srgbClr val="FFFFFF"/>
                </a:solidFill>
              </a:defRPr>
            </a:lvl1pPr>
          </a:lstStyle>
          <a:p>
            <a:pPr fontAlgn="auto">
              <a:spcBef>
                <a:spcPts val="0"/>
              </a:spcBef>
              <a:spcAft>
                <a:spcPts val="0"/>
              </a:spcAft>
            </a:pPr>
            <a:r>
              <a:rPr lang="de-DE">
                <a:latin typeface="Calibri"/>
                <a:cs typeface="+mn-cs"/>
              </a:rPr>
              <a:t>23.03.2016</a:t>
            </a:r>
          </a:p>
        </p:txBody>
      </p:sp>
      <p:sp>
        <p:nvSpPr>
          <p:cNvPr id="5" name="Footer Placeholder 4"/>
          <p:cNvSpPr>
            <a:spLocks noGrp="1"/>
          </p:cNvSpPr>
          <p:nvPr>
            <p:ph type="ftr" sz="quarter" idx="3"/>
          </p:nvPr>
        </p:nvSpPr>
        <p:spPr>
          <a:xfrm>
            <a:off x="2764639" y="6459786"/>
            <a:ext cx="3617103" cy="365125"/>
          </a:xfrm>
          <a:prstGeom prst="rect">
            <a:avLst/>
          </a:prstGeom>
        </p:spPr>
        <p:txBody>
          <a:bodyPr vert="horz" lIns="91440" tIns="45720" rIns="91440" bIns="45720" rtlCol="0" anchor="ctr"/>
          <a:lstStyle>
            <a:lvl1pPr algn="ctr">
              <a:defRPr sz="900" cap="all" baseline="0">
                <a:solidFill>
                  <a:srgbClr val="FFFFFF"/>
                </a:solidFill>
              </a:defRPr>
            </a:lvl1pPr>
          </a:lstStyle>
          <a:p>
            <a:pPr fontAlgn="auto">
              <a:spcBef>
                <a:spcPts val="0"/>
              </a:spcBef>
              <a:spcAft>
                <a:spcPts val="0"/>
              </a:spcAft>
            </a:pPr>
            <a:r>
              <a:rPr lang="de-DE">
                <a:latin typeface="Calibri"/>
                <a:cs typeface="+mn-cs"/>
              </a:rPr>
              <a:t>Finanzteam </a:t>
            </a:r>
          </a:p>
        </p:txBody>
      </p:sp>
      <p:sp>
        <p:nvSpPr>
          <p:cNvPr id="6" name="Slide Number Placeholder 5"/>
          <p:cNvSpPr>
            <a:spLocks noGrp="1"/>
          </p:cNvSpPr>
          <p:nvPr>
            <p:ph type="sldNum" sz="quarter" idx="4"/>
          </p:nvPr>
        </p:nvSpPr>
        <p:spPr>
          <a:xfrm>
            <a:off x="7425344" y="6459786"/>
            <a:ext cx="984019" cy="365125"/>
          </a:xfrm>
          <a:prstGeom prst="rect">
            <a:avLst/>
          </a:prstGeom>
        </p:spPr>
        <p:txBody>
          <a:bodyPr vert="horz" lIns="91440" tIns="45720" rIns="91440" bIns="45720" rtlCol="0" anchor="ctr"/>
          <a:lstStyle>
            <a:lvl1pPr algn="r">
              <a:defRPr sz="1050">
                <a:solidFill>
                  <a:srgbClr val="FFFFFF"/>
                </a:solidFill>
              </a:defRPr>
            </a:lvl1pPr>
          </a:lstStyle>
          <a:p>
            <a:pPr fontAlgn="auto">
              <a:spcBef>
                <a:spcPts val="0"/>
              </a:spcBef>
              <a:spcAft>
                <a:spcPts val="0"/>
              </a:spcAft>
            </a:pPr>
            <a:fld id="{9C49F1B5-52AA-46A0-B956-BED3B94D6516}" type="slidenum">
              <a:rPr lang="de-DE" smtClean="0">
                <a:latin typeface="Calibri"/>
                <a:cs typeface="+mn-cs"/>
              </a:rPr>
              <a:pPr fontAlgn="auto">
                <a:spcBef>
                  <a:spcPts val="0"/>
                </a:spcBef>
                <a:spcAft>
                  <a:spcPts val="0"/>
                </a:spcAft>
              </a:pPr>
              <a:t>‹Nr.›</a:t>
            </a:fld>
            <a:endParaRPr lang="de-DE">
              <a:latin typeface="Calibri"/>
              <a:cs typeface="+mn-cs"/>
            </a:endParaRPr>
          </a:p>
        </p:txBody>
      </p:sp>
      <p:cxnSp>
        <p:nvCxnSpPr>
          <p:cNvPr id="10" name="Straight Connector 9"/>
          <p:cNvCxnSpPr/>
          <p:nvPr/>
        </p:nvCxnSpPr>
        <p:spPr>
          <a:xfrm>
            <a:off x="895149" y="1737845"/>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33834694"/>
      </p:ext>
    </p:extLst>
  </p:cSld>
  <p:clrMap bg1="lt1" tx1="dk1" bg2="lt2" tx2="dk2" accent1="accent1" accent2="accent2" accent3="accent3" accent4="accent4" accent5="accent5" accent6="accent6" hlink="hlink" folHlink="folHlink"/>
  <p:sldLayoutIdLst>
    <p:sldLayoutId id="2147483962" r:id="rId1"/>
    <p:sldLayoutId id="2147483963" r:id="rId2"/>
    <p:sldLayoutId id="2147483964" r:id="rId3"/>
    <p:sldLayoutId id="2147483965" r:id="rId4"/>
    <p:sldLayoutId id="2147483966" r:id="rId5"/>
    <p:sldLayoutId id="2147483967" r:id="rId6"/>
    <p:sldLayoutId id="2147483968" r:id="rId7"/>
    <p:sldLayoutId id="2147483969" r:id="rId8"/>
    <p:sldLayoutId id="2147483970" r:id="rId9"/>
    <p:sldLayoutId id="2147483971" r:id="rId10"/>
    <p:sldLayoutId id="2147483972" r:id="rId11"/>
    <p:sldLayoutId id="2147483973" r:id="rId12"/>
    <p:sldLayoutId id="2147483974" r:id="rId13"/>
  </p:sldLayoutIdLst>
  <p:hf hdr="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9.xml"/></Relationships>
</file>

<file path=ppt/slides/_rels/slide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9.xml"/></Relationships>
</file>

<file path=ppt/slides/_rels/slide1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9.xml"/></Relationships>
</file>

<file path=ppt/slides/_rels/slide1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3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36.xml"/></Relationships>
</file>

<file path=ppt/slides/_rels/slide2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9.xml"/></Relationships>
</file>

<file path=ppt/slides/_rels/slide2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9.xml"/></Relationships>
</file>

<file path=ppt/slides/_rels/slide2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4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36.xml"/></Relationships>
</file>

<file path=ppt/slides/_rels/slide3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9.xml"/></Relationships>
</file>

<file path=ppt/slides/_rels/slide3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9.xml"/></Relationships>
</file>

<file path=ppt/slides/_rels/slide3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Grafik 5"/>
          <p:cNvPicPr>
            <a:picLocks noChangeAspect="1"/>
          </p:cNvPicPr>
          <p:nvPr/>
        </p:nvPicPr>
        <p:blipFill>
          <a:blip r:embed="rId2">
            <a:extLst>
              <a:ext uri="{28A0092B-C50C-407E-A947-70E740481C1C}">
                <a14:useLocalDpi xmlns:a14="http://schemas.microsoft.com/office/drawing/2010/main" val="0"/>
              </a:ext>
            </a:extLst>
          </a:blip>
          <a:srcRect/>
          <a:stretch/>
        </p:blipFill>
        <p:spPr>
          <a:xfrm>
            <a:off x="-567465" y="4401"/>
            <a:ext cx="10428201" cy="6941271"/>
          </a:xfrm>
          <a:prstGeom prst="rect">
            <a:avLst/>
          </a:prstGeom>
        </p:spPr>
      </p:pic>
      <p:sp>
        <p:nvSpPr>
          <p:cNvPr id="7" name="CustomShape 1">
            <a:extLst>
              <a:ext uri="{FF2B5EF4-FFF2-40B4-BE49-F238E27FC236}">
                <a16:creationId xmlns:a16="http://schemas.microsoft.com/office/drawing/2014/main" id="{BDE3C581-4929-495C-BAA2-B8D1BB7D1943}"/>
              </a:ext>
            </a:extLst>
          </p:cNvPr>
          <p:cNvSpPr/>
          <p:nvPr/>
        </p:nvSpPr>
        <p:spPr>
          <a:xfrm>
            <a:off x="1143167" y="464973"/>
            <a:ext cx="6857663" cy="1347713"/>
          </a:xfrm>
          <a:prstGeom prst="rect">
            <a:avLst/>
          </a:prstGeom>
          <a:noFill/>
          <a:ln w="0">
            <a:noFill/>
          </a:ln>
        </p:spPr>
        <p:style>
          <a:lnRef idx="0">
            <a:scrgbClr r="0" g="0" b="0"/>
          </a:lnRef>
          <a:fillRef idx="0">
            <a:scrgbClr r="0" g="0" b="0"/>
          </a:fillRef>
          <a:effectRef idx="0">
            <a:scrgbClr r="0" g="0" b="0"/>
          </a:effectRef>
          <a:fontRef idx="minor"/>
        </p:style>
        <p:txBody>
          <a:bodyPr lIns="63281" tIns="31641" rIns="63281" bIns="31641">
            <a:spAutoFit/>
          </a:bodyPr>
          <a:lstStyle/>
          <a:p>
            <a:pPr algn="ctr">
              <a:lnSpc>
                <a:spcPct val="70000"/>
              </a:lnSpc>
              <a:spcBef>
                <a:spcPct val="0"/>
              </a:spcBef>
              <a:spcAft>
                <a:spcPts val="600"/>
              </a:spcAft>
            </a:pPr>
            <a:r>
              <a:rPr lang="en-US" sz="5400" dirty="0">
                <a:solidFill>
                  <a:prstClr val="white"/>
                </a:solidFill>
                <a:latin typeface="Baskerville Old Face" panose="02020602080505020303" pitchFamily="18" charset="0"/>
                <a:ea typeface="+mj-ea"/>
                <a:cs typeface="+mj-cs"/>
              </a:rPr>
              <a:t>Schön, </a:t>
            </a:r>
            <a:r>
              <a:rPr lang="en-US" sz="5400" dirty="0" err="1">
                <a:solidFill>
                  <a:prstClr val="white"/>
                </a:solidFill>
                <a:latin typeface="Baskerville Old Face" panose="02020602080505020303" pitchFamily="18" charset="0"/>
                <a:ea typeface="+mj-ea"/>
                <a:cs typeface="+mj-cs"/>
              </a:rPr>
              <a:t>dass</a:t>
            </a:r>
            <a:r>
              <a:rPr lang="en-US" sz="5400" dirty="0">
                <a:solidFill>
                  <a:prstClr val="white"/>
                </a:solidFill>
                <a:latin typeface="Baskerville Old Face" panose="02020602080505020303" pitchFamily="18" charset="0"/>
                <a:ea typeface="+mj-ea"/>
                <a:cs typeface="+mj-cs"/>
              </a:rPr>
              <a:t> du da </a:t>
            </a:r>
            <a:r>
              <a:rPr lang="en-US" sz="5400" dirty="0" err="1">
                <a:solidFill>
                  <a:prstClr val="white"/>
                </a:solidFill>
                <a:latin typeface="Baskerville Old Face" panose="02020602080505020303" pitchFamily="18" charset="0"/>
                <a:ea typeface="+mj-ea"/>
                <a:cs typeface="+mj-cs"/>
              </a:rPr>
              <a:t>bist</a:t>
            </a:r>
            <a:r>
              <a:rPr lang="en-US" sz="5400" dirty="0">
                <a:solidFill>
                  <a:prstClr val="white"/>
                </a:solidFill>
                <a:latin typeface="Baskerville Old Face" panose="02020602080505020303" pitchFamily="18" charset="0"/>
                <a:ea typeface="+mj-ea"/>
                <a:cs typeface="+mj-cs"/>
              </a:rPr>
              <a:t>! </a:t>
            </a:r>
            <a:endParaRPr lang="de-DE" sz="5400" dirty="0">
              <a:solidFill>
                <a:prstClr val="white"/>
              </a:solidFill>
              <a:latin typeface="Baskerville Old Face" panose="02020602080505020303" pitchFamily="18" charset="0"/>
              <a:ea typeface="+mj-ea"/>
              <a:cs typeface="+mj-cs"/>
            </a:endParaRPr>
          </a:p>
          <a:p>
            <a:pPr algn="ctr">
              <a:lnSpc>
                <a:spcPct val="70000"/>
              </a:lnSpc>
              <a:spcBef>
                <a:spcPct val="0"/>
              </a:spcBef>
              <a:spcAft>
                <a:spcPts val="600"/>
              </a:spcAft>
            </a:pPr>
            <a:r>
              <a:rPr lang="en-US" sz="5400" dirty="0">
                <a:solidFill>
                  <a:prstClr val="white"/>
                </a:solidFill>
                <a:latin typeface="Baskerville Old Face" panose="02020602080505020303" pitchFamily="18" charset="0"/>
                <a:ea typeface="+mj-ea"/>
                <a:cs typeface="+mj-cs"/>
              </a:rPr>
              <a:t>Es </a:t>
            </a:r>
            <a:r>
              <a:rPr lang="en-US" sz="5400" dirty="0" err="1">
                <a:solidFill>
                  <a:prstClr val="white"/>
                </a:solidFill>
                <a:latin typeface="Baskerville Old Face" panose="02020602080505020303" pitchFamily="18" charset="0"/>
                <a:ea typeface="+mj-ea"/>
                <a:cs typeface="+mj-cs"/>
              </a:rPr>
              <a:t>geht</a:t>
            </a:r>
            <a:r>
              <a:rPr lang="en-US" sz="5400" dirty="0">
                <a:solidFill>
                  <a:prstClr val="white"/>
                </a:solidFill>
                <a:latin typeface="Baskerville Old Face" panose="02020602080505020303" pitchFamily="18" charset="0"/>
                <a:ea typeface="+mj-ea"/>
                <a:cs typeface="+mj-cs"/>
              </a:rPr>
              <a:t> </a:t>
            </a:r>
            <a:r>
              <a:rPr lang="en-US" sz="5400" dirty="0" err="1">
                <a:solidFill>
                  <a:prstClr val="white"/>
                </a:solidFill>
                <a:latin typeface="Baskerville Old Face" panose="02020602080505020303" pitchFamily="18" charset="0"/>
                <a:ea typeface="+mj-ea"/>
                <a:cs typeface="+mj-cs"/>
              </a:rPr>
              <a:t>gleich</a:t>
            </a:r>
            <a:r>
              <a:rPr lang="en-US" sz="5400" dirty="0">
                <a:solidFill>
                  <a:prstClr val="white"/>
                </a:solidFill>
                <a:latin typeface="Baskerville Old Face" panose="02020602080505020303" pitchFamily="18" charset="0"/>
                <a:ea typeface="+mj-ea"/>
                <a:cs typeface="+mj-cs"/>
              </a:rPr>
              <a:t> los …</a:t>
            </a:r>
            <a:endParaRPr lang="de-DE" sz="5400" dirty="0">
              <a:solidFill>
                <a:prstClr val="white"/>
              </a:solidFill>
              <a:latin typeface="Baskerville Old Face" panose="02020602080505020303" pitchFamily="18" charset="0"/>
              <a:ea typeface="+mj-ea"/>
              <a:cs typeface="+mj-cs"/>
            </a:endParaRPr>
          </a:p>
        </p:txBody>
      </p:sp>
    </p:spTree>
    <p:extLst>
      <p:ext uri="{BB962C8B-B14F-4D97-AF65-F5344CB8AC3E}">
        <p14:creationId xmlns:p14="http://schemas.microsoft.com/office/powerpoint/2010/main" val="33407970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Grafik 5"/>
          <p:cNvPicPr>
            <a:picLocks noChangeAspect="1"/>
          </p:cNvPicPr>
          <p:nvPr/>
        </p:nvPicPr>
        <p:blipFill>
          <a:blip r:embed="rId2">
            <a:extLst>
              <a:ext uri="{28A0092B-C50C-407E-A947-70E740481C1C}">
                <a14:useLocalDpi xmlns:a14="http://schemas.microsoft.com/office/drawing/2010/main" val="0"/>
              </a:ext>
            </a:extLst>
          </a:blip>
          <a:srcRect/>
          <a:stretch/>
        </p:blipFill>
        <p:spPr>
          <a:xfrm>
            <a:off x="-1" y="0"/>
            <a:ext cx="9144001" cy="6858000"/>
          </a:xfrm>
          <a:prstGeom prst="rect">
            <a:avLst/>
          </a:prstGeom>
        </p:spPr>
      </p:pic>
      <p:sp>
        <p:nvSpPr>
          <p:cNvPr id="5" name="Titel 1"/>
          <p:cNvSpPr txBox="1">
            <a:spLocks/>
          </p:cNvSpPr>
          <p:nvPr/>
        </p:nvSpPr>
        <p:spPr>
          <a:xfrm>
            <a:off x="628649" y="428632"/>
            <a:ext cx="7886700" cy="810298"/>
          </a:xfrm>
          <a:prstGeom prst="rect">
            <a:avLst/>
          </a:prstGeom>
        </p:spPr>
        <p:txBody>
          <a:bodyPr vert="horz" lIns="91440" tIns="45720" rIns="91440" bIns="45720" rtlCol="0" anchor="b">
            <a:normAutofit fontScale="9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de-DE" sz="6600" dirty="0">
                <a:solidFill>
                  <a:prstClr val="white"/>
                </a:solidFill>
                <a:latin typeface="Baskerville Old Face" panose="02020602080505020303" pitchFamily="18" charset="0"/>
              </a:rPr>
              <a:t>Gottes Liebe erkennen</a:t>
            </a:r>
          </a:p>
        </p:txBody>
      </p:sp>
      <p:sp>
        <p:nvSpPr>
          <p:cNvPr id="8" name="CustomShape 1">
            <a:extLst>
              <a:ext uri="{FF2B5EF4-FFF2-40B4-BE49-F238E27FC236}">
                <a16:creationId xmlns:a16="http://schemas.microsoft.com/office/drawing/2014/main" id="{ADBB904B-28D9-4EDB-8B6A-C11220A28789}"/>
              </a:ext>
            </a:extLst>
          </p:cNvPr>
          <p:cNvSpPr/>
          <p:nvPr/>
        </p:nvSpPr>
        <p:spPr>
          <a:xfrm>
            <a:off x="965199" y="5739719"/>
            <a:ext cx="7213600" cy="689649"/>
          </a:xfrm>
          <a:prstGeom prst="rect">
            <a:avLst/>
          </a:prstGeom>
          <a:noFill/>
          <a:ln w="0">
            <a:noFill/>
          </a:ln>
        </p:spPr>
        <p:style>
          <a:lnRef idx="0">
            <a:scrgbClr r="0" g="0" b="0"/>
          </a:lnRef>
          <a:fillRef idx="0">
            <a:scrgbClr r="0" g="0" b="0"/>
          </a:fillRef>
          <a:effectRef idx="0">
            <a:scrgbClr r="0" g="0" b="0"/>
          </a:effectRef>
          <a:fontRef idx="minor"/>
        </p:style>
        <p:txBody>
          <a:bodyPr wrap="square" lIns="63281" tIns="31641" rIns="63281" bIns="31641">
            <a:spAutoFit/>
          </a:bodyPr>
          <a:lstStyle/>
          <a:p>
            <a:pPr algn="ctr">
              <a:lnSpc>
                <a:spcPct val="70000"/>
              </a:lnSpc>
              <a:spcBef>
                <a:spcPct val="0"/>
              </a:spcBef>
              <a:defRPr/>
            </a:pPr>
            <a:r>
              <a:rPr lang="de-DE" sz="2800" dirty="0">
                <a:solidFill>
                  <a:prstClr val="white"/>
                </a:solidFill>
                <a:latin typeface="Baskerville Old Face" panose="02020602080505020303" pitchFamily="18" charset="0"/>
                <a:ea typeface="+mj-ea"/>
                <a:cs typeface="+mj-cs"/>
              </a:rPr>
              <a:t>Gottesdienst am 26.11.2023, </a:t>
            </a:r>
          </a:p>
          <a:p>
            <a:pPr algn="ctr">
              <a:lnSpc>
                <a:spcPct val="70000"/>
              </a:lnSpc>
              <a:spcBef>
                <a:spcPct val="0"/>
              </a:spcBef>
              <a:defRPr/>
            </a:pPr>
            <a:r>
              <a:rPr lang="de-DE" sz="2800" dirty="0">
                <a:solidFill>
                  <a:prstClr val="white"/>
                </a:solidFill>
                <a:latin typeface="Baskerville Old Face" panose="02020602080505020303" pitchFamily="18" charset="0"/>
                <a:ea typeface="+mj-ea"/>
                <a:cs typeface="+mj-cs"/>
              </a:rPr>
              <a:t>Letzter Sonntag des Kirchenjahres</a:t>
            </a:r>
          </a:p>
        </p:txBody>
      </p:sp>
    </p:spTree>
    <p:extLst>
      <p:ext uri="{BB962C8B-B14F-4D97-AF65-F5344CB8AC3E}">
        <p14:creationId xmlns:p14="http://schemas.microsoft.com/office/powerpoint/2010/main" val="7072742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Grafik 5"/>
          <p:cNvPicPr>
            <a:picLocks noChangeAspect="1"/>
          </p:cNvPicPr>
          <p:nvPr/>
        </p:nvPicPr>
        <p:blipFill>
          <a:blip r:embed="rId2">
            <a:extLst>
              <a:ext uri="{28A0092B-C50C-407E-A947-70E740481C1C}">
                <a14:useLocalDpi xmlns:a14="http://schemas.microsoft.com/office/drawing/2010/main" val="0"/>
              </a:ext>
            </a:extLst>
          </a:blip>
          <a:srcRect/>
          <a:stretch/>
        </p:blipFill>
        <p:spPr>
          <a:xfrm>
            <a:off x="-567465" y="4401"/>
            <a:ext cx="10428201" cy="6941271"/>
          </a:xfrm>
          <a:prstGeom prst="rect">
            <a:avLst/>
          </a:prstGeom>
        </p:spPr>
      </p:pic>
      <p:sp>
        <p:nvSpPr>
          <p:cNvPr id="7" name="CustomShape 1">
            <a:extLst>
              <a:ext uri="{FF2B5EF4-FFF2-40B4-BE49-F238E27FC236}">
                <a16:creationId xmlns:a16="http://schemas.microsoft.com/office/drawing/2014/main" id="{BDE3C581-4929-495C-BAA2-B8D1BB7D1943}"/>
              </a:ext>
            </a:extLst>
          </p:cNvPr>
          <p:cNvSpPr/>
          <p:nvPr/>
        </p:nvSpPr>
        <p:spPr>
          <a:xfrm>
            <a:off x="1143167" y="464973"/>
            <a:ext cx="6857663" cy="813721"/>
          </a:xfrm>
          <a:prstGeom prst="rect">
            <a:avLst/>
          </a:prstGeom>
          <a:noFill/>
          <a:ln w="0">
            <a:noFill/>
          </a:ln>
        </p:spPr>
        <p:style>
          <a:lnRef idx="0">
            <a:scrgbClr r="0" g="0" b="0"/>
          </a:lnRef>
          <a:fillRef idx="0">
            <a:scrgbClr r="0" g="0" b="0"/>
          </a:fillRef>
          <a:effectRef idx="0">
            <a:scrgbClr r="0" g="0" b="0"/>
          </a:effectRef>
          <a:fontRef idx="minor"/>
        </p:style>
        <p:txBody>
          <a:bodyPr lIns="63281" tIns="31641" rIns="63281" bIns="31641">
            <a:spAutoFit/>
          </a:bodyPr>
          <a:lstStyle/>
          <a:p>
            <a:pPr algn="ctr">
              <a:lnSpc>
                <a:spcPct val="90000"/>
              </a:lnSpc>
              <a:spcAft>
                <a:spcPts val="600"/>
              </a:spcAft>
            </a:pPr>
            <a:r>
              <a:rPr lang="de-DE" sz="5400" dirty="0" err="1">
                <a:solidFill>
                  <a:prstClr val="white"/>
                </a:solidFill>
                <a:latin typeface="Baskerville Old Face" panose="02020602080505020303" pitchFamily="18" charset="0"/>
                <a:ea typeface="+mj-ea"/>
                <a:cs typeface="+mj-cs"/>
              </a:rPr>
              <a:t>Begrüßungsvers</a:t>
            </a:r>
            <a:endParaRPr lang="de-DE" sz="5400" dirty="0">
              <a:solidFill>
                <a:prstClr val="white"/>
              </a:solidFill>
              <a:latin typeface="Baskerville Old Face" panose="02020602080505020303" pitchFamily="18" charset="0"/>
              <a:ea typeface="+mj-ea"/>
              <a:cs typeface="+mj-cs"/>
            </a:endParaRPr>
          </a:p>
        </p:txBody>
      </p:sp>
    </p:spTree>
    <p:extLst>
      <p:ext uri="{BB962C8B-B14F-4D97-AF65-F5344CB8AC3E}">
        <p14:creationId xmlns:p14="http://schemas.microsoft.com/office/powerpoint/2010/main" val="7072742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Grafik 5"/>
          <p:cNvPicPr>
            <a:picLocks noChangeAspect="1"/>
          </p:cNvPicPr>
          <p:nvPr/>
        </p:nvPicPr>
        <p:blipFill>
          <a:blip r:embed="rId2">
            <a:extLst>
              <a:ext uri="{28A0092B-C50C-407E-A947-70E740481C1C}">
                <a14:useLocalDpi xmlns:a14="http://schemas.microsoft.com/office/drawing/2010/main" val="0"/>
              </a:ext>
            </a:extLst>
          </a:blip>
          <a:srcRect/>
          <a:stretch/>
        </p:blipFill>
        <p:spPr>
          <a:xfrm>
            <a:off x="-1" y="0"/>
            <a:ext cx="9144001" cy="6858000"/>
          </a:xfrm>
          <a:prstGeom prst="rect">
            <a:avLst/>
          </a:prstGeom>
        </p:spPr>
      </p:pic>
      <p:sp>
        <p:nvSpPr>
          <p:cNvPr id="5" name="Titel 1"/>
          <p:cNvSpPr txBox="1">
            <a:spLocks/>
          </p:cNvSpPr>
          <p:nvPr/>
        </p:nvSpPr>
        <p:spPr>
          <a:xfrm>
            <a:off x="628649" y="428632"/>
            <a:ext cx="7886700" cy="810298"/>
          </a:xfrm>
          <a:prstGeom prst="rect">
            <a:avLst/>
          </a:prstGeom>
        </p:spPr>
        <p:txBody>
          <a:bodyPr vert="horz" lIns="91440" tIns="45720" rIns="91440" bIns="45720" rtlCol="0" anchor="b">
            <a:normAutofit fontScale="9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de-DE" sz="6600" b="0" i="0" u="none" strike="noStrike" kern="1200" cap="none" spc="0" normalizeH="0" baseline="0" noProof="0" dirty="0">
                <a:ln>
                  <a:noFill/>
                </a:ln>
                <a:solidFill>
                  <a:prstClr val="white"/>
                </a:solidFill>
                <a:effectLst/>
                <a:uLnTx/>
                <a:uFillTx/>
                <a:latin typeface="Baskerville Old Face" panose="02020602080505020303" pitchFamily="18" charset="0"/>
                <a:ea typeface="+mj-ea"/>
                <a:cs typeface="+mj-cs"/>
              </a:rPr>
              <a:t>Thema</a:t>
            </a:r>
          </a:p>
        </p:txBody>
      </p:sp>
      <p:sp>
        <p:nvSpPr>
          <p:cNvPr id="8" name="CustomShape 1">
            <a:extLst>
              <a:ext uri="{FF2B5EF4-FFF2-40B4-BE49-F238E27FC236}">
                <a16:creationId xmlns:a16="http://schemas.microsoft.com/office/drawing/2014/main" id="{ADBB904B-28D9-4EDB-8B6A-C11220A28789}"/>
              </a:ext>
            </a:extLst>
          </p:cNvPr>
          <p:cNvSpPr/>
          <p:nvPr/>
        </p:nvSpPr>
        <p:spPr>
          <a:xfrm>
            <a:off x="965199" y="5739719"/>
            <a:ext cx="7213600" cy="689649"/>
          </a:xfrm>
          <a:prstGeom prst="rect">
            <a:avLst/>
          </a:prstGeom>
          <a:noFill/>
          <a:ln w="0">
            <a:noFill/>
          </a:ln>
        </p:spPr>
        <p:style>
          <a:lnRef idx="0">
            <a:scrgbClr r="0" g="0" b="0"/>
          </a:lnRef>
          <a:fillRef idx="0">
            <a:scrgbClr r="0" g="0" b="0"/>
          </a:fillRef>
          <a:effectRef idx="0">
            <a:scrgbClr r="0" g="0" b="0"/>
          </a:effectRef>
          <a:fontRef idx="minor"/>
        </p:style>
        <p:txBody>
          <a:bodyPr wrap="square" lIns="63281" tIns="31641" rIns="63281" bIns="31641">
            <a:spAutoFit/>
          </a:bodyPr>
          <a:lstStyle/>
          <a:p>
            <a:pPr marL="0" marR="0" lvl="0" indent="0" algn="ctr" defTabSz="914400" rtl="0" eaLnBrk="1" fontAlgn="auto" latinLnBrk="0" hangingPunct="1">
              <a:lnSpc>
                <a:spcPct val="70000"/>
              </a:lnSpc>
              <a:spcBef>
                <a:spcPct val="0"/>
              </a:spcBef>
              <a:spcAft>
                <a:spcPts val="0"/>
              </a:spcAft>
              <a:buClrTx/>
              <a:buSzTx/>
              <a:buFontTx/>
              <a:buNone/>
              <a:tabLst/>
              <a:defRPr/>
            </a:pPr>
            <a:r>
              <a:rPr kumimoji="0" lang="de-DE" sz="2800" i="0" u="none" strike="noStrike" kern="1200" cap="none" spc="0" normalizeH="0" baseline="0" noProof="0" dirty="0">
                <a:ln>
                  <a:noFill/>
                </a:ln>
                <a:solidFill>
                  <a:prstClr val="white"/>
                </a:solidFill>
                <a:effectLst/>
                <a:uLnTx/>
                <a:uFillTx/>
                <a:latin typeface="Baskerville Old Face" panose="02020602080505020303" pitchFamily="18" charset="0"/>
                <a:ea typeface="+mn-ea"/>
                <a:cs typeface="+mn-cs"/>
              </a:rPr>
              <a:t>Gottesdienst am XY.XY.XY </a:t>
            </a:r>
          </a:p>
          <a:p>
            <a:pPr marL="0" marR="0" lvl="0" indent="0" algn="ctr" defTabSz="914400" rtl="0" eaLnBrk="1" fontAlgn="auto" latinLnBrk="0" hangingPunct="1">
              <a:lnSpc>
                <a:spcPct val="70000"/>
              </a:lnSpc>
              <a:spcBef>
                <a:spcPct val="0"/>
              </a:spcBef>
              <a:spcAft>
                <a:spcPts val="0"/>
              </a:spcAft>
              <a:buClrTx/>
              <a:buSzTx/>
              <a:buFontTx/>
              <a:buNone/>
              <a:tabLst/>
              <a:defRPr/>
            </a:pPr>
            <a:r>
              <a:rPr kumimoji="0" lang="de-DE" sz="2800" i="0" u="none" strike="noStrike" kern="1200" cap="none" spc="0" normalizeH="0" baseline="0" noProof="0" dirty="0">
                <a:ln>
                  <a:noFill/>
                </a:ln>
                <a:solidFill>
                  <a:prstClr val="white"/>
                </a:solidFill>
                <a:effectLst/>
                <a:uLnTx/>
                <a:uFillTx/>
                <a:latin typeface="Baskerville Old Face" panose="02020602080505020303" pitchFamily="18" charset="0"/>
                <a:ea typeface="+mn-ea"/>
                <a:cs typeface="+mn-cs"/>
              </a:rPr>
              <a:t>Name des Sonntags</a:t>
            </a:r>
          </a:p>
        </p:txBody>
      </p:sp>
    </p:spTree>
    <p:extLst>
      <p:ext uri="{BB962C8B-B14F-4D97-AF65-F5344CB8AC3E}">
        <p14:creationId xmlns:p14="http://schemas.microsoft.com/office/powerpoint/2010/main" val="16683668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ormAutofit/>
          </a:bodyPr>
          <a:lstStyle/>
          <a:p>
            <a:r>
              <a:rPr lang="de-DE" dirty="0"/>
              <a:t>Lied:</a:t>
            </a:r>
          </a:p>
        </p:txBody>
      </p:sp>
      <p:sp>
        <p:nvSpPr>
          <p:cNvPr id="3" name="Datumsplatzhalter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de-DE" sz="1400" b="0" i="0" u="none" strike="noStrike" kern="1200" cap="none" spc="0" normalizeH="0" baseline="0" noProof="0" dirty="0">
                <a:ln>
                  <a:noFill/>
                </a:ln>
                <a:solidFill>
                  <a:srgbClr val="FFFFFF"/>
                </a:solidFill>
                <a:effectLst/>
                <a:uLnTx/>
                <a:uFillTx/>
                <a:latin typeface="Arial" charset="0"/>
                <a:ea typeface="+mn-ea"/>
                <a:cs typeface="Arial" charset="0"/>
              </a:rPr>
              <a:t>FJ1 4</a:t>
            </a:r>
          </a:p>
        </p:txBody>
      </p:sp>
      <p:sp>
        <p:nvSpPr>
          <p:cNvPr id="4" name="Fußzeilenplatzhalter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de-DE" sz="900" b="0" i="0" u="none" strike="noStrike" kern="1200" cap="all" spc="0" normalizeH="0" baseline="0" noProof="0" dirty="0">
                <a:ln>
                  <a:noFill/>
                </a:ln>
                <a:solidFill>
                  <a:srgbClr val="FFFFFF"/>
                </a:solidFill>
                <a:effectLst/>
                <a:uLnTx/>
                <a:uFillTx/>
                <a:latin typeface="Arial" charset="0"/>
                <a:ea typeface="+mn-ea"/>
                <a:cs typeface="Arial" charset="0"/>
              </a:rPr>
              <a:t>Text und Melodie: Robert Lowry</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de-DE" sz="900" b="0" i="0" u="none" strike="noStrike" kern="1200" cap="all" spc="0" normalizeH="0" baseline="0" noProof="0" dirty="0">
                <a:ln>
                  <a:noFill/>
                </a:ln>
                <a:solidFill>
                  <a:srgbClr val="FFFFFF"/>
                </a:solidFill>
                <a:effectLst/>
                <a:uLnTx/>
                <a:uFillTx/>
                <a:latin typeface="Arial" charset="0"/>
                <a:ea typeface="+mn-ea"/>
                <a:cs typeface="Arial" charset="0"/>
              </a:rPr>
              <a:t>Deutsch: Thomas van Doreen</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de-DE" sz="900" b="0" i="0" u="none" strike="noStrike" kern="1200" cap="all" spc="0" normalizeH="0" baseline="0" noProof="0" dirty="0">
                <a:ln>
                  <a:noFill/>
                </a:ln>
                <a:solidFill>
                  <a:srgbClr val="FFFFFF"/>
                </a:solidFill>
                <a:effectLst/>
                <a:uLnTx/>
                <a:uFillTx/>
                <a:latin typeface="Arial" charset="0"/>
                <a:ea typeface="+mn-ea"/>
                <a:cs typeface="Arial" charset="0"/>
              </a:rPr>
              <a:t>Rechte: Hänssler-Verlag, Neuhausen-Stuttgart</a:t>
            </a:r>
          </a:p>
        </p:txBody>
      </p:sp>
      <p:sp>
        <p:nvSpPr>
          <p:cNvPr id="5" name="Foliennummernplatzhalter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de-DE" sz="1400" b="0" i="0" u="none" strike="noStrike" kern="1200" cap="none" spc="0" normalizeH="0" baseline="0" noProof="0" dirty="0">
                <a:ln>
                  <a:noFill/>
                </a:ln>
                <a:solidFill>
                  <a:srgbClr val="FFFFFF"/>
                </a:solidFill>
                <a:effectLst/>
                <a:uLnTx/>
                <a:uFillTx/>
                <a:latin typeface="Arial" charset="0"/>
                <a:ea typeface="+mn-ea"/>
                <a:cs typeface="Arial" charset="0"/>
              </a:rPr>
              <a:t>1/1</a:t>
            </a:r>
          </a:p>
        </p:txBody>
      </p:sp>
      <p:sp>
        <p:nvSpPr>
          <p:cNvPr id="6" name="Inhaltsplatzhalter 5"/>
          <p:cNvSpPr>
            <a:spLocks noGrp="1"/>
          </p:cNvSpPr>
          <p:nvPr>
            <p:ph idx="1"/>
          </p:nvPr>
        </p:nvSpPr>
        <p:spPr/>
        <p:txBody>
          <a:bodyPr/>
          <a:lstStyle/>
          <a:p>
            <a:r>
              <a:rPr lang="de-DE" dirty="0"/>
              <a:t>Lied1</a:t>
            </a:r>
          </a:p>
        </p:txBody>
      </p:sp>
    </p:spTree>
    <p:extLst>
      <p:ext uri="{BB962C8B-B14F-4D97-AF65-F5344CB8AC3E}">
        <p14:creationId xmlns:p14="http://schemas.microsoft.com/office/powerpoint/2010/main" val="2383841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Grafik 5"/>
          <p:cNvPicPr>
            <a:picLocks noChangeAspect="1"/>
          </p:cNvPicPr>
          <p:nvPr/>
        </p:nvPicPr>
        <p:blipFill>
          <a:blip r:embed="rId2">
            <a:extLst>
              <a:ext uri="{28A0092B-C50C-407E-A947-70E740481C1C}">
                <a14:useLocalDpi xmlns:a14="http://schemas.microsoft.com/office/drawing/2010/main" val="0"/>
              </a:ext>
            </a:extLst>
          </a:blip>
          <a:srcRect/>
          <a:stretch/>
        </p:blipFill>
        <p:spPr>
          <a:xfrm>
            <a:off x="-1" y="0"/>
            <a:ext cx="9144001" cy="6858000"/>
          </a:xfrm>
          <a:prstGeom prst="rect">
            <a:avLst/>
          </a:prstGeom>
        </p:spPr>
      </p:pic>
      <p:sp>
        <p:nvSpPr>
          <p:cNvPr id="5" name="Titel 1"/>
          <p:cNvSpPr txBox="1">
            <a:spLocks/>
          </p:cNvSpPr>
          <p:nvPr/>
        </p:nvSpPr>
        <p:spPr>
          <a:xfrm>
            <a:off x="628649" y="428632"/>
            <a:ext cx="7886700" cy="810298"/>
          </a:xfrm>
          <a:prstGeom prst="rect">
            <a:avLst/>
          </a:prstGeom>
        </p:spPr>
        <p:txBody>
          <a:bodyPr vert="horz" lIns="91440" tIns="45720" rIns="91440" bIns="45720" rtlCol="0" anchor="b">
            <a:normAutofit fontScale="9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de-DE" sz="6600" b="0" i="0" u="none" strike="noStrike" kern="1200" cap="none" spc="0" normalizeH="0" baseline="0" noProof="0" dirty="0">
                <a:ln>
                  <a:noFill/>
                </a:ln>
                <a:solidFill>
                  <a:prstClr val="white"/>
                </a:solidFill>
                <a:effectLst/>
                <a:uLnTx/>
                <a:uFillTx/>
                <a:latin typeface="Baskerville Old Face" panose="02020602080505020303" pitchFamily="18" charset="0"/>
                <a:ea typeface="+mj-ea"/>
                <a:cs typeface="+mj-cs"/>
              </a:rPr>
              <a:t>Thema</a:t>
            </a:r>
          </a:p>
        </p:txBody>
      </p:sp>
      <p:sp>
        <p:nvSpPr>
          <p:cNvPr id="8" name="CustomShape 1">
            <a:extLst>
              <a:ext uri="{FF2B5EF4-FFF2-40B4-BE49-F238E27FC236}">
                <a16:creationId xmlns:a16="http://schemas.microsoft.com/office/drawing/2014/main" id="{ADBB904B-28D9-4EDB-8B6A-C11220A28789}"/>
              </a:ext>
            </a:extLst>
          </p:cNvPr>
          <p:cNvSpPr/>
          <p:nvPr/>
        </p:nvSpPr>
        <p:spPr>
          <a:xfrm>
            <a:off x="965199" y="5739719"/>
            <a:ext cx="7213600" cy="689649"/>
          </a:xfrm>
          <a:prstGeom prst="rect">
            <a:avLst/>
          </a:prstGeom>
          <a:noFill/>
          <a:ln w="0">
            <a:noFill/>
          </a:ln>
        </p:spPr>
        <p:style>
          <a:lnRef idx="0">
            <a:scrgbClr r="0" g="0" b="0"/>
          </a:lnRef>
          <a:fillRef idx="0">
            <a:scrgbClr r="0" g="0" b="0"/>
          </a:fillRef>
          <a:effectRef idx="0">
            <a:scrgbClr r="0" g="0" b="0"/>
          </a:effectRef>
          <a:fontRef idx="minor"/>
        </p:style>
        <p:txBody>
          <a:bodyPr wrap="square" lIns="63281" tIns="31641" rIns="63281" bIns="31641">
            <a:spAutoFit/>
          </a:bodyPr>
          <a:lstStyle/>
          <a:p>
            <a:pPr marL="0" marR="0" lvl="0" indent="0" algn="ctr" defTabSz="914400" rtl="0" eaLnBrk="1" fontAlgn="auto" latinLnBrk="0" hangingPunct="1">
              <a:lnSpc>
                <a:spcPct val="70000"/>
              </a:lnSpc>
              <a:spcBef>
                <a:spcPct val="0"/>
              </a:spcBef>
              <a:spcAft>
                <a:spcPts val="0"/>
              </a:spcAft>
              <a:buClrTx/>
              <a:buSzTx/>
              <a:buFontTx/>
              <a:buNone/>
              <a:tabLst/>
              <a:defRPr/>
            </a:pPr>
            <a:r>
              <a:rPr kumimoji="0" lang="de-DE" sz="2800" b="1" i="0" u="none" strike="noStrike" kern="1200" cap="none" spc="0" normalizeH="0" baseline="0" noProof="0" dirty="0">
                <a:ln>
                  <a:noFill/>
                </a:ln>
                <a:solidFill>
                  <a:prstClr val="white"/>
                </a:solidFill>
                <a:effectLst/>
                <a:uLnTx/>
                <a:uFillTx/>
                <a:latin typeface="Baskerville Old Face" panose="02020602080505020303" pitchFamily="18" charset="0"/>
                <a:ea typeface="+mn-ea"/>
                <a:cs typeface="+mn-cs"/>
              </a:rPr>
              <a:t>Gottesdienst am XY.XY.XY </a:t>
            </a:r>
          </a:p>
          <a:p>
            <a:pPr marL="0" marR="0" lvl="0" indent="0" algn="ctr" defTabSz="914400" rtl="0" eaLnBrk="1" fontAlgn="auto" latinLnBrk="0" hangingPunct="1">
              <a:lnSpc>
                <a:spcPct val="70000"/>
              </a:lnSpc>
              <a:spcBef>
                <a:spcPct val="0"/>
              </a:spcBef>
              <a:spcAft>
                <a:spcPts val="0"/>
              </a:spcAft>
              <a:buClrTx/>
              <a:buSzTx/>
              <a:buFontTx/>
              <a:buNone/>
              <a:tabLst/>
              <a:defRPr/>
            </a:pPr>
            <a:r>
              <a:rPr kumimoji="0" lang="de-DE" sz="2800" b="1" i="0" u="none" strike="noStrike" kern="1200" cap="none" spc="0" normalizeH="0" baseline="0" noProof="0" dirty="0">
                <a:ln>
                  <a:noFill/>
                </a:ln>
                <a:solidFill>
                  <a:prstClr val="white"/>
                </a:solidFill>
                <a:effectLst/>
                <a:uLnTx/>
                <a:uFillTx/>
                <a:latin typeface="Baskerville Old Face" panose="02020602080505020303" pitchFamily="18" charset="0"/>
                <a:ea typeface="+mn-ea"/>
                <a:cs typeface="+mn-cs"/>
              </a:rPr>
              <a:t>Name des Sonntags</a:t>
            </a:r>
          </a:p>
        </p:txBody>
      </p:sp>
    </p:spTree>
    <p:extLst>
      <p:ext uri="{BB962C8B-B14F-4D97-AF65-F5344CB8AC3E}">
        <p14:creationId xmlns:p14="http://schemas.microsoft.com/office/powerpoint/2010/main" val="4787519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 name="CustomShape 1"/>
          <p:cNvSpPr/>
          <p:nvPr/>
        </p:nvSpPr>
        <p:spPr>
          <a:xfrm>
            <a:off x="356063" y="477229"/>
            <a:ext cx="6543450" cy="818438"/>
          </a:xfrm>
          <a:prstGeom prst="rect">
            <a:avLst/>
          </a:prstGeom>
          <a:noFill/>
          <a:ln w="0">
            <a:noFill/>
          </a:ln>
        </p:spPr>
        <p:style>
          <a:lnRef idx="0">
            <a:scrgbClr r="0" g="0" b="0"/>
          </a:lnRef>
          <a:fillRef idx="0">
            <a:scrgbClr r="0" g="0" b="0"/>
          </a:fillRef>
          <a:effectRef idx="0">
            <a:scrgbClr r="0" g="0" b="0"/>
          </a:effectRef>
          <a:fontRef idx="minor"/>
        </p:style>
        <p:txBody>
          <a:bodyPr lIns="88974" tIns="44487" rIns="88974" bIns="44487" anchor="b">
            <a:noAutofit/>
          </a:bodyPr>
          <a:lstStyle/>
          <a:p>
            <a:pPr defTabSz="856019">
              <a:lnSpc>
                <a:spcPct val="85000"/>
              </a:lnSpc>
              <a:tabLst>
                <a:tab pos="0" algn="l"/>
              </a:tabLst>
            </a:pPr>
            <a:r>
              <a:rPr lang="de-DE" sz="3563" b="1" spc="-52" dirty="0">
                <a:solidFill>
                  <a:srgbClr val="404040"/>
                </a:solidFill>
                <a:latin typeface="Calibri Light"/>
              </a:rPr>
              <a:t>Glaubensbekenntnis</a:t>
            </a:r>
            <a:endParaRPr lang="de-DE" sz="3563" spc="-1" dirty="0">
              <a:solidFill>
                <a:prstClr val="black"/>
              </a:solidFill>
            </a:endParaRPr>
          </a:p>
        </p:txBody>
      </p:sp>
      <p:sp>
        <p:nvSpPr>
          <p:cNvPr id="390" name="CustomShape 2"/>
          <p:cNvSpPr/>
          <p:nvPr/>
        </p:nvSpPr>
        <p:spPr>
          <a:xfrm>
            <a:off x="356063" y="1399612"/>
            <a:ext cx="8351775" cy="4977450"/>
          </a:xfrm>
          <a:prstGeom prst="rect">
            <a:avLst/>
          </a:prstGeom>
          <a:noFill/>
          <a:ln w="0">
            <a:noFill/>
          </a:ln>
        </p:spPr>
        <p:style>
          <a:lnRef idx="0">
            <a:scrgbClr r="0" g="0" b="0"/>
          </a:lnRef>
          <a:fillRef idx="0">
            <a:scrgbClr r="0" g="0" b="0"/>
          </a:fillRef>
          <a:effectRef idx="0">
            <a:scrgbClr r="0" g="0" b="0"/>
          </a:effectRef>
          <a:fontRef idx="minor"/>
        </p:style>
        <p:txBody>
          <a:bodyPr lIns="0" tIns="44487" rIns="0" bIns="44487">
            <a:normAutofit/>
          </a:bodyPr>
          <a:lstStyle/>
          <a:p>
            <a:pPr defTabSz="856019">
              <a:tabLst>
                <a:tab pos="0" algn="l"/>
              </a:tabLst>
            </a:pPr>
            <a:r>
              <a:rPr lang="de-DE" sz="3188" spc="-1" dirty="0">
                <a:solidFill>
                  <a:srgbClr val="404040"/>
                </a:solidFill>
                <a:latin typeface="Cambria"/>
                <a:ea typeface="Cambria"/>
              </a:rPr>
              <a:t>Ich glaube an Gott, den Vater, den Allmächtigen, den Schöpfer des Himmels und der Erde.</a:t>
            </a:r>
            <a:endParaRPr lang="de-DE" sz="3188" spc="-1" dirty="0">
              <a:solidFill>
                <a:prstClr val="black"/>
              </a:solidFill>
            </a:endParaRPr>
          </a:p>
          <a:p>
            <a:pPr defTabSz="856019">
              <a:tabLst>
                <a:tab pos="0" algn="l"/>
              </a:tabLst>
            </a:pPr>
            <a:endParaRPr lang="de-DE" sz="3188" spc="-1" dirty="0">
              <a:solidFill>
                <a:prstClr val="black"/>
              </a:solidFill>
            </a:endParaRPr>
          </a:p>
          <a:p>
            <a:pPr defTabSz="856019">
              <a:tabLst>
                <a:tab pos="0" algn="l"/>
              </a:tabLst>
            </a:pPr>
            <a:r>
              <a:rPr lang="de-DE" sz="3188" spc="-1" dirty="0">
                <a:solidFill>
                  <a:srgbClr val="404040"/>
                </a:solidFill>
                <a:latin typeface="Cambria"/>
                <a:ea typeface="Cambria"/>
              </a:rPr>
              <a:t>Und an Jesus Christus, seinen eingeborenen Sohn, unsern Herrn, empfangen durch den Heiligen Geist, geboren von der Jungfrau Maria, gelitten unter Pontius Pilatus, gekreuzigt, gestorben und begraben, hinabgestiegen in das Reich des Todes, am dritten Tage auferstanden von den Toten, aufgefahren in den Himmel; </a:t>
            </a:r>
            <a:endParaRPr lang="de-DE" sz="3188" spc="-1" dirty="0">
              <a:solidFill>
                <a:prstClr val="black"/>
              </a:solidFill>
            </a:endParaRPr>
          </a:p>
        </p:txBody>
      </p:sp>
    </p:spTree>
    <p:extLst>
      <p:ext uri="{BB962C8B-B14F-4D97-AF65-F5344CB8AC3E}">
        <p14:creationId xmlns:p14="http://schemas.microsoft.com/office/powerpoint/2010/main" val="31936012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1" name="CustomShape 1"/>
          <p:cNvSpPr/>
          <p:nvPr/>
        </p:nvSpPr>
        <p:spPr>
          <a:xfrm>
            <a:off x="356063" y="477229"/>
            <a:ext cx="6543450" cy="818438"/>
          </a:xfrm>
          <a:prstGeom prst="rect">
            <a:avLst/>
          </a:prstGeom>
          <a:noFill/>
          <a:ln w="0">
            <a:noFill/>
          </a:ln>
        </p:spPr>
        <p:style>
          <a:lnRef idx="0">
            <a:scrgbClr r="0" g="0" b="0"/>
          </a:lnRef>
          <a:fillRef idx="0">
            <a:scrgbClr r="0" g="0" b="0"/>
          </a:fillRef>
          <a:effectRef idx="0">
            <a:scrgbClr r="0" g="0" b="0"/>
          </a:effectRef>
          <a:fontRef idx="minor"/>
        </p:style>
        <p:txBody>
          <a:bodyPr lIns="88974" tIns="44487" rIns="88974" bIns="44487" anchor="b">
            <a:noAutofit/>
          </a:bodyPr>
          <a:lstStyle/>
          <a:p>
            <a:pPr defTabSz="856019">
              <a:lnSpc>
                <a:spcPct val="85000"/>
              </a:lnSpc>
              <a:tabLst>
                <a:tab pos="0" algn="l"/>
              </a:tabLst>
            </a:pPr>
            <a:r>
              <a:rPr lang="de-DE" sz="3563" b="1" spc="-52">
                <a:solidFill>
                  <a:srgbClr val="404040"/>
                </a:solidFill>
                <a:latin typeface="Calibri Light"/>
              </a:rPr>
              <a:t>Glaubensbekenntnis</a:t>
            </a:r>
            <a:endParaRPr lang="de-DE" sz="3563" spc="-1">
              <a:solidFill>
                <a:prstClr val="black"/>
              </a:solidFill>
            </a:endParaRPr>
          </a:p>
        </p:txBody>
      </p:sp>
      <p:sp>
        <p:nvSpPr>
          <p:cNvPr id="392" name="CustomShape 2"/>
          <p:cNvSpPr/>
          <p:nvPr/>
        </p:nvSpPr>
        <p:spPr>
          <a:xfrm>
            <a:off x="356062" y="1391179"/>
            <a:ext cx="8400038" cy="4985888"/>
          </a:xfrm>
          <a:prstGeom prst="rect">
            <a:avLst/>
          </a:prstGeom>
          <a:noFill/>
          <a:ln w="0">
            <a:noFill/>
          </a:ln>
        </p:spPr>
        <p:style>
          <a:lnRef idx="0">
            <a:scrgbClr r="0" g="0" b="0"/>
          </a:lnRef>
          <a:fillRef idx="0">
            <a:scrgbClr r="0" g="0" b="0"/>
          </a:fillRef>
          <a:effectRef idx="0">
            <a:scrgbClr r="0" g="0" b="0"/>
          </a:effectRef>
          <a:fontRef idx="minor"/>
        </p:style>
        <p:txBody>
          <a:bodyPr lIns="0" tIns="44487" rIns="0" bIns="44487">
            <a:normAutofit/>
          </a:bodyPr>
          <a:lstStyle/>
          <a:p>
            <a:pPr defTabSz="856019">
              <a:tabLst>
                <a:tab pos="0" algn="l"/>
              </a:tabLst>
            </a:pPr>
            <a:r>
              <a:rPr lang="de-DE" sz="3188" spc="-1">
                <a:solidFill>
                  <a:srgbClr val="404040"/>
                </a:solidFill>
                <a:latin typeface="Cambria"/>
                <a:ea typeface="Cambria"/>
              </a:rPr>
              <a:t>er sitzt zur Rechten Gottes, des allmächtigen Vaters; von dort wird er kommen, zu richten die Lebenden und die Toten. </a:t>
            </a:r>
            <a:endParaRPr lang="de-DE" sz="3188" spc="-1">
              <a:solidFill>
                <a:prstClr val="black"/>
              </a:solidFill>
            </a:endParaRPr>
          </a:p>
          <a:p>
            <a:pPr defTabSz="856019">
              <a:tabLst>
                <a:tab pos="0" algn="l"/>
              </a:tabLst>
            </a:pPr>
            <a:endParaRPr lang="de-DE" sz="3188" spc="-1">
              <a:solidFill>
                <a:prstClr val="black"/>
              </a:solidFill>
            </a:endParaRPr>
          </a:p>
          <a:p>
            <a:pPr defTabSz="856019">
              <a:tabLst>
                <a:tab pos="0" algn="l"/>
              </a:tabLst>
            </a:pPr>
            <a:r>
              <a:rPr lang="de-DE" sz="3188" spc="-1">
                <a:solidFill>
                  <a:srgbClr val="404040"/>
                </a:solidFill>
                <a:latin typeface="Cambria"/>
                <a:ea typeface="Cambria"/>
              </a:rPr>
              <a:t>Ich glaube an den Heiligen Geist, die heilige christliche Kirche, Gemeinschaft der Heiligen, Vergebung der Sünden, Auferstehung der Toten und das ewige Leben. Amen.</a:t>
            </a:r>
            <a:endParaRPr lang="de-DE" sz="3188" spc="-1">
              <a:solidFill>
                <a:prstClr val="black"/>
              </a:solidFill>
            </a:endParaRPr>
          </a:p>
        </p:txBody>
      </p:sp>
    </p:spTree>
    <p:extLst>
      <p:ext uri="{BB962C8B-B14F-4D97-AF65-F5344CB8AC3E}">
        <p14:creationId xmlns:p14="http://schemas.microsoft.com/office/powerpoint/2010/main" val="19032971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Grafik 5"/>
          <p:cNvPicPr>
            <a:picLocks noChangeAspect="1"/>
          </p:cNvPicPr>
          <p:nvPr/>
        </p:nvPicPr>
        <p:blipFill>
          <a:blip r:embed="rId2">
            <a:extLst>
              <a:ext uri="{28A0092B-C50C-407E-A947-70E740481C1C}">
                <a14:useLocalDpi xmlns:a14="http://schemas.microsoft.com/office/drawing/2010/main" val="0"/>
              </a:ext>
            </a:extLst>
          </a:blip>
          <a:srcRect/>
          <a:stretch/>
        </p:blipFill>
        <p:spPr>
          <a:xfrm>
            <a:off x="-1" y="0"/>
            <a:ext cx="9144001" cy="6858000"/>
          </a:xfrm>
          <a:prstGeom prst="rect">
            <a:avLst/>
          </a:prstGeom>
        </p:spPr>
      </p:pic>
      <p:sp>
        <p:nvSpPr>
          <p:cNvPr id="5" name="Titel 1"/>
          <p:cNvSpPr txBox="1">
            <a:spLocks/>
          </p:cNvSpPr>
          <p:nvPr/>
        </p:nvSpPr>
        <p:spPr>
          <a:xfrm>
            <a:off x="628649" y="428632"/>
            <a:ext cx="7886700" cy="810298"/>
          </a:xfrm>
          <a:prstGeom prst="rect">
            <a:avLst/>
          </a:prstGeom>
        </p:spPr>
        <p:txBody>
          <a:bodyPr vert="horz" lIns="91440" tIns="45720" rIns="91440" bIns="45720" rtlCol="0" anchor="b">
            <a:normAutofit fontScale="9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de-DE" sz="6600" b="0" i="0" u="none" strike="noStrike" kern="1200" cap="none" spc="0" normalizeH="0" baseline="0" noProof="0" dirty="0">
                <a:ln>
                  <a:noFill/>
                </a:ln>
                <a:solidFill>
                  <a:prstClr val="white"/>
                </a:solidFill>
                <a:effectLst/>
                <a:uLnTx/>
                <a:uFillTx/>
                <a:latin typeface="Baskerville Old Face" panose="02020602080505020303" pitchFamily="18" charset="0"/>
                <a:ea typeface="+mj-ea"/>
                <a:cs typeface="+mj-cs"/>
              </a:rPr>
              <a:t>Thema</a:t>
            </a:r>
          </a:p>
        </p:txBody>
      </p:sp>
      <p:sp>
        <p:nvSpPr>
          <p:cNvPr id="8" name="CustomShape 1">
            <a:extLst>
              <a:ext uri="{FF2B5EF4-FFF2-40B4-BE49-F238E27FC236}">
                <a16:creationId xmlns:a16="http://schemas.microsoft.com/office/drawing/2014/main" id="{ADBB904B-28D9-4EDB-8B6A-C11220A28789}"/>
              </a:ext>
            </a:extLst>
          </p:cNvPr>
          <p:cNvSpPr/>
          <p:nvPr/>
        </p:nvSpPr>
        <p:spPr>
          <a:xfrm>
            <a:off x="965199" y="5739719"/>
            <a:ext cx="7213600" cy="689649"/>
          </a:xfrm>
          <a:prstGeom prst="rect">
            <a:avLst/>
          </a:prstGeom>
          <a:noFill/>
          <a:ln w="0">
            <a:noFill/>
          </a:ln>
        </p:spPr>
        <p:style>
          <a:lnRef idx="0">
            <a:scrgbClr r="0" g="0" b="0"/>
          </a:lnRef>
          <a:fillRef idx="0">
            <a:scrgbClr r="0" g="0" b="0"/>
          </a:fillRef>
          <a:effectRef idx="0">
            <a:scrgbClr r="0" g="0" b="0"/>
          </a:effectRef>
          <a:fontRef idx="minor"/>
        </p:style>
        <p:txBody>
          <a:bodyPr wrap="square" lIns="63281" tIns="31641" rIns="63281" bIns="31641">
            <a:spAutoFit/>
          </a:bodyPr>
          <a:lstStyle/>
          <a:p>
            <a:pPr marL="0" marR="0" lvl="0" indent="0" algn="ctr" defTabSz="914400" rtl="0" eaLnBrk="1" fontAlgn="auto" latinLnBrk="0" hangingPunct="1">
              <a:lnSpc>
                <a:spcPct val="70000"/>
              </a:lnSpc>
              <a:spcBef>
                <a:spcPct val="0"/>
              </a:spcBef>
              <a:spcAft>
                <a:spcPts val="0"/>
              </a:spcAft>
              <a:buClrTx/>
              <a:buSzTx/>
              <a:buFontTx/>
              <a:buNone/>
              <a:tabLst/>
              <a:defRPr/>
            </a:pPr>
            <a:r>
              <a:rPr kumimoji="0" lang="de-DE" sz="2800" b="1" i="0" u="none" strike="noStrike" kern="1200" cap="none" spc="0" normalizeH="0" baseline="0" noProof="0" dirty="0">
                <a:ln>
                  <a:noFill/>
                </a:ln>
                <a:solidFill>
                  <a:prstClr val="white"/>
                </a:solidFill>
                <a:effectLst/>
                <a:uLnTx/>
                <a:uFillTx/>
                <a:latin typeface="Baskerville Old Face" panose="02020602080505020303" pitchFamily="18" charset="0"/>
                <a:ea typeface="+mn-ea"/>
                <a:cs typeface="+mn-cs"/>
              </a:rPr>
              <a:t>Gottesdienst am XY.XY.XY </a:t>
            </a:r>
          </a:p>
          <a:p>
            <a:pPr marL="0" marR="0" lvl="0" indent="0" algn="ctr" defTabSz="914400" rtl="0" eaLnBrk="1" fontAlgn="auto" latinLnBrk="0" hangingPunct="1">
              <a:lnSpc>
                <a:spcPct val="70000"/>
              </a:lnSpc>
              <a:spcBef>
                <a:spcPct val="0"/>
              </a:spcBef>
              <a:spcAft>
                <a:spcPts val="0"/>
              </a:spcAft>
              <a:buClrTx/>
              <a:buSzTx/>
              <a:buFontTx/>
              <a:buNone/>
              <a:tabLst/>
              <a:defRPr/>
            </a:pPr>
            <a:r>
              <a:rPr kumimoji="0" lang="de-DE" sz="2800" b="1" i="0" u="none" strike="noStrike" kern="1200" cap="none" spc="0" normalizeH="0" baseline="0" noProof="0" dirty="0">
                <a:ln>
                  <a:noFill/>
                </a:ln>
                <a:solidFill>
                  <a:prstClr val="white"/>
                </a:solidFill>
                <a:effectLst/>
                <a:uLnTx/>
                <a:uFillTx/>
                <a:latin typeface="Baskerville Old Face" panose="02020602080505020303" pitchFamily="18" charset="0"/>
                <a:ea typeface="+mn-ea"/>
                <a:cs typeface="+mn-cs"/>
              </a:rPr>
              <a:t>Name des Sonntags</a:t>
            </a:r>
          </a:p>
        </p:txBody>
      </p:sp>
    </p:spTree>
    <p:extLst>
      <p:ext uri="{BB962C8B-B14F-4D97-AF65-F5344CB8AC3E}">
        <p14:creationId xmlns:p14="http://schemas.microsoft.com/office/powerpoint/2010/main" val="2055819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ormAutofit/>
          </a:bodyPr>
          <a:lstStyle/>
          <a:p>
            <a:r>
              <a:rPr lang="de-DE" dirty="0"/>
              <a:t>Lied:</a:t>
            </a:r>
          </a:p>
        </p:txBody>
      </p:sp>
      <p:sp>
        <p:nvSpPr>
          <p:cNvPr id="3" name="Datumsplatzhalter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de-DE" sz="1400" b="0" i="0" u="none" strike="noStrike" kern="1200" cap="none" spc="0" normalizeH="0" baseline="0" noProof="0" dirty="0">
                <a:ln>
                  <a:noFill/>
                </a:ln>
                <a:solidFill>
                  <a:srgbClr val="FFFFFF"/>
                </a:solidFill>
                <a:effectLst/>
                <a:uLnTx/>
                <a:uFillTx/>
                <a:latin typeface="Arial" charset="0"/>
                <a:ea typeface="+mn-ea"/>
                <a:cs typeface="Arial" charset="0"/>
              </a:rPr>
              <a:t>FJ1 4</a:t>
            </a:r>
          </a:p>
        </p:txBody>
      </p:sp>
      <p:sp>
        <p:nvSpPr>
          <p:cNvPr id="4" name="Fußzeilenplatzhalter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de-DE" sz="900" b="0" i="0" u="none" strike="noStrike" kern="1200" cap="all" spc="0" normalizeH="0" baseline="0" noProof="0" dirty="0">
                <a:ln>
                  <a:noFill/>
                </a:ln>
                <a:solidFill>
                  <a:srgbClr val="FFFFFF"/>
                </a:solidFill>
                <a:effectLst/>
                <a:uLnTx/>
                <a:uFillTx/>
                <a:latin typeface="Arial" charset="0"/>
                <a:ea typeface="+mn-ea"/>
                <a:cs typeface="Arial" charset="0"/>
              </a:rPr>
              <a:t>Text und Melodie: Robert Lowry</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de-DE" sz="900" b="0" i="0" u="none" strike="noStrike" kern="1200" cap="all" spc="0" normalizeH="0" baseline="0" noProof="0" dirty="0">
                <a:ln>
                  <a:noFill/>
                </a:ln>
                <a:solidFill>
                  <a:srgbClr val="FFFFFF"/>
                </a:solidFill>
                <a:effectLst/>
                <a:uLnTx/>
                <a:uFillTx/>
                <a:latin typeface="Arial" charset="0"/>
                <a:ea typeface="+mn-ea"/>
                <a:cs typeface="Arial" charset="0"/>
              </a:rPr>
              <a:t>Deutsch: Thomas van Doreen</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de-DE" sz="900" b="0" i="0" u="none" strike="noStrike" kern="1200" cap="all" spc="0" normalizeH="0" baseline="0" noProof="0" dirty="0">
                <a:ln>
                  <a:noFill/>
                </a:ln>
                <a:solidFill>
                  <a:srgbClr val="FFFFFF"/>
                </a:solidFill>
                <a:effectLst/>
                <a:uLnTx/>
                <a:uFillTx/>
                <a:latin typeface="Arial" charset="0"/>
                <a:ea typeface="+mn-ea"/>
                <a:cs typeface="Arial" charset="0"/>
              </a:rPr>
              <a:t>Rechte: Hänssler-Verlag, Neuhausen-Stuttgart</a:t>
            </a:r>
          </a:p>
        </p:txBody>
      </p:sp>
      <p:sp>
        <p:nvSpPr>
          <p:cNvPr id="5" name="Foliennummernplatzhalter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de-DE" sz="1400" b="0" i="0" u="none" strike="noStrike" kern="1200" cap="none" spc="0" normalizeH="0" baseline="0" noProof="0" dirty="0">
                <a:ln>
                  <a:noFill/>
                </a:ln>
                <a:solidFill>
                  <a:srgbClr val="FFFFFF"/>
                </a:solidFill>
                <a:effectLst/>
                <a:uLnTx/>
                <a:uFillTx/>
                <a:latin typeface="Arial" charset="0"/>
                <a:ea typeface="+mn-ea"/>
                <a:cs typeface="Arial" charset="0"/>
              </a:rPr>
              <a:t>1/1</a:t>
            </a:r>
          </a:p>
        </p:txBody>
      </p:sp>
      <p:sp>
        <p:nvSpPr>
          <p:cNvPr id="6" name="Inhaltsplatzhalter 5"/>
          <p:cNvSpPr>
            <a:spLocks noGrp="1"/>
          </p:cNvSpPr>
          <p:nvPr>
            <p:ph idx="1"/>
          </p:nvPr>
        </p:nvSpPr>
        <p:spPr/>
        <p:txBody>
          <a:bodyPr/>
          <a:lstStyle/>
          <a:p>
            <a:r>
              <a:rPr lang="de-DE" dirty="0"/>
              <a:t>Lied2 (Lobpreisstrophe)</a:t>
            </a:r>
          </a:p>
        </p:txBody>
      </p:sp>
    </p:spTree>
    <p:extLst>
      <p:ext uri="{BB962C8B-B14F-4D97-AF65-F5344CB8AC3E}">
        <p14:creationId xmlns:p14="http://schemas.microsoft.com/office/powerpoint/2010/main" val="14084128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Grafik 5"/>
          <p:cNvPicPr>
            <a:picLocks noChangeAspect="1"/>
          </p:cNvPicPr>
          <p:nvPr/>
        </p:nvPicPr>
        <p:blipFill>
          <a:blip r:embed="rId2">
            <a:extLst>
              <a:ext uri="{28A0092B-C50C-407E-A947-70E740481C1C}">
                <a14:useLocalDpi xmlns:a14="http://schemas.microsoft.com/office/drawing/2010/main" val="0"/>
              </a:ext>
            </a:extLst>
          </a:blip>
          <a:srcRect/>
          <a:stretch/>
        </p:blipFill>
        <p:spPr>
          <a:xfrm>
            <a:off x="-1" y="0"/>
            <a:ext cx="9144001" cy="6858000"/>
          </a:xfrm>
          <a:prstGeom prst="rect">
            <a:avLst/>
          </a:prstGeom>
        </p:spPr>
      </p:pic>
      <p:sp>
        <p:nvSpPr>
          <p:cNvPr id="5" name="Titel 1"/>
          <p:cNvSpPr txBox="1">
            <a:spLocks/>
          </p:cNvSpPr>
          <p:nvPr/>
        </p:nvSpPr>
        <p:spPr>
          <a:xfrm>
            <a:off x="628649" y="428632"/>
            <a:ext cx="7886700" cy="810298"/>
          </a:xfrm>
          <a:prstGeom prst="rect">
            <a:avLst/>
          </a:prstGeom>
        </p:spPr>
        <p:txBody>
          <a:bodyPr vert="horz" lIns="91440" tIns="45720" rIns="91440" bIns="45720" rtlCol="0" anchor="b">
            <a:normAutofit fontScale="9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de-DE" sz="6600" b="0" i="0" u="none" strike="noStrike" kern="1200" cap="none" spc="0" normalizeH="0" baseline="0" noProof="0" dirty="0">
                <a:ln>
                  <a:noFill/>
                </a:ln>
                <a:solidFill>
                  <a:prstClr val="white"/>
                </a:solidFill>
                <a:effectLst/>
                <a:uLnTx/>
                <a:uFillTx/>
                <a:latin typeface="Baskerville Old Face" panose="02020602080505020303" pitchFamily="18" charset="0"/>
                <a:ea typeface="+mj-ea"/>
                <a:cs typeface="+mj-cs"/>
              </a:rPr>
              <a:t>Thema</a:t>
            </a:r>
          </a:p>
        </p:txBody>
      </p:sp>
      <p:sp>
        <p:nvSpPr>
          <p:cNvPr id="8" name="CustomShape 1">
            <a:extLst>
              <a:ext uri="{FF2B5EF4-FFF2-40B4-BE49-F238E27FC236}">
                <a16:creationId xmlns:a16="http://schemas.microsoft.com/office/drawing/2014/main" id="{ADBB904B-28D9-4EDB-8B6A-C11220A28789}"/>
              </a:ext>
            </a:extLst>
          </p:cNvPr>
          <p:cNvSpPr/>
          <p:nvPr/>
        </p:nvSpPr>
        <p:spPr>
          <a:xfrm>
            <a:off x="965199" y="5739719"/>
            <a:ext cx="7213600" cy="689649"/>
          </a:xfrm>
          <a:prstGeom prst="rect">
            <a:avLst/>
          </a:prstGeom>
          <a:noFill/>
          <a:ln w="0">
            <a:noFill/>
          </a:ln>
        </p:spPr>
        <p:style>
          <a:lnRef idx="0">
            <a:scrgbClr r="0" g="0" b="0"/>
          </a:lnRef>
          <a:fillRef idx="0">
            <a:scrgbClr r="0" g="0" b="0"/>
          </a:fillRef>
          <a:effectRef idx="0">
            <a:scrgbClr r="0" g="0" b="0"/>
          </a:effectRef>
          <a:fontRef idx="minor"/>
        </p:style>
        <p:txBody>
          <a:bodyPr wrap="square" lIns="63281" tIns="31641" rIns="63281" bIns="31641">
            <a:spAutoFit/>
          </a:bodyPr>
          <a:lstStyle/>
          <a:p>
            <a:pPr marL="0" marR="0" lvl="0" indent="0" algn="ctr" defTabSz="914400" rtl="0" eaLnBrk="1" fontAlgn="auto" latinLnBrk="0" hangingPunct="1">
              <a:lnSpc>
                <a:spcPct val="70000"/>
              </a:lnSpc>
              <a:spcBef>
                <a:spcPct val="0"/>
              </a:spcBef>
              <a:spcAft>
                <a:spcPts val="0"/>
              </a:spcAft>
              <a:buClrTx/>
              <a:buSzTx/>
              <a:buFontTx/>
              <a:buNone/>
              <a:tabLst/>
              <a:defRPr/>
            </a:pPr>
            <a:r>
              <a:rPr kumimoji="0" lang="de-DE" sz="2800" b="1" i="0" u="none" strike="noStrike" kern="1200" cap="none" spc="0" normalizeH="0" baseline="0" noProof="0" dirty="0">
                <a:ln>
                  <a:noFill/>
                </a:ln>
                <a:solidFill>
                  <a:prstClr val="white"/>
                </a:solidFill>
                <a:effectLst/>
                <a:uLnTx/>
                <a:uFillTx/>
                <a:latin typeface="Baskerville Old Face" panose="02020602080505020303" pitchFamily="18" charset="0"/>
                <a:ea typeface="+mn-ea"/>
                <a:cs typeface="+mn-cs"/>
              </a:rPr>
              <a:t>Gottesdienst am XY.XY.XY </a:t>
            </a:r>
          </a:p>
          <a:p>
            <a:pPr marL="0" marR="0" lvl="0" indent="0" algn="ctr" defTabSz="914400" rtl="0" eaLnBrk="1" fontAlgn="auto" latinLnBrk="0" hangingPunct="1">
              <a:lnSpc>
                <a:spcPct val="70000"/>
              </a:lnSpc>
              <a:spcBef>
                <a:spcPct val="0"/>
              </a:spcBef>
              <a:spcAft>
                <a:spcPts val="0"/>
              </a:spcAft>
              <a:buClrTx/>
              <a:buSzTx/>
              <a:buFontTx/>
              <a:buNone/>
              <a:tabLst/>
              <a:defRPr/>
            </a:pPr>
            <a:r>
              <a:rPr kumimoji="0" lang="de-DE" sz="2800" b="1" i="0" u="none" strike="noStrike" kern="1200" cap="none" spc="0" normalizeH="0" baseline="0" noProof="0" dirty="0">
                <a:ln>
                  <a:noFill/>
                </a:ln>
                <a:solidFill>
                  <a:prstClr val="white"/>
                </a:solidFill>
                <a:effectLst/>
                <a:uLnTx/>
                <a:uFillTx/>
                <a:latin typeface="Baskerville Old Face" panose="02020602080505020303" pitchFamily="18" charset="0"/>
                <a:ea typeface="+mn-ea"/>
                <a:cs typeface="+mn-cs"/>
              </a:rPr>
              <a:t>Name des Sonntags</a:t>
            </a:r>
          </a:p>
        </p:txBody>
      </p:sp>
    </p:spTree>
    <p:extLst>
      <p:ext uri="{BB962C8B-B14F-4D97-AF65-F5344CB8AC3E}">
        <p14:creationId xmlns:p14="http://schemas.microsoft.com/office/powerpoint/2010/main" val="39908876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2" name="CustomShape 1"/>
          <p:cNvSpPr/>
          <p:nvPr/>
        </p:nvSpPr>
        <p:spPr>
          <a:xfrm>
            <a:off x="356062" y="477233"/>
            <a:ext cx="6543788" cy="818775"/>
          </a:xfrm>
          <a:prstGeom prst="rect">
            <a:avLst/>
          </a:prstGeom>
          <a:noFill/>
          <a:ln w="0">
            <a:noFill/>
          </a:ln>
        </p:spPr>
        <p:style>
          <a:lnRef idx="0">
            <a:scrgbClr r="0" g="0" b="0"/>
          </a:lnRef>
          <a:fillRef idx="0">
            <a:scrgbClr r="0" g="0" b="0"/>
          </a:fillRef>
          <a:effectRef idx="0">
            <a:scrgbClr r="0" g="0" b="0"/>
          </a:effectRef>
          <a:fontRef idx="minor"/>
        </p:style>
        <p:txBody>
          <a:bodyPr lIns="88528" tIns="44096" rIns="88528" bIns="44096" anchor="b">
            <a:normAutofit/>
          </a:bodyPr>
          <a:lstStyle/>
          <a:p>
            <a:pPr defTabSz="854949">
              <a:lnSpc>
                <a:spcPct val="85000"/>
              </a:lnSpc>
            </a:pPr>
            <a:r>
              <a:rPr lang="de-DE" sz="3563" b="1" spc="-52" dirty="0">
                <a:solidFill>
                  <a:srgbClr val="404040"/>
                </a:solidFill>
                <a:latin typeface="Calibri"/>
              </a:rPr>
              <a:t>Lesung: Bibelstelle</a:t>
            </a:r>
            <a:endParaRPr lang="de-DE" sz="3563" spc="-1" dirty="0">
              <a:solidFill>
                <a:prstClr val="black"/>
              </a:solidFill>
            </a:endParaRPr>
          </a:p>
        </p:txBody>
      </p:sp>
      <p:sp>
        <p:nvSpPr>
          <p:cNvPr id="703" name="CustomShape 2"/>
          <p:cNvSpPr/>
          <p:nvPr/>
        </p:nvSpPr>
        <p:spPr>
          <a:xfrm>
            <a:off x="356063" y="1357468"/>
            <a:ext cx="8716275" cy="4946063"/>
          </a:xfrm>
          <a:prstGeom prst="rect">
            <a:avLst/>
          </a:prstGeom>
          <a:noFill/>
          <a:ln w="0">
            <a:noFill/>
          </a:ln>
        </p:spPr>
        <p:style>
          <a:lnRef idx="0">
            <a:scrgbClr r="0" g="0" b="0"/>
          </a:lnRef>
          <a:fillRef idx="0">
            <a:scrgbClr r="0" g="0" b="0"/>
          </a:fillRef>
          <a:effectRef idx="0">
            <a:scrgbClr r="0" g="0" b="0"/>
          </a:effectRef>
          <a:fontRef idx="minor"/>
        </p:style>
        <p:txBody>
          <a:bodyPr lIns="0" tIns="44096" rIns="0" bIns="44096">
            <a:noAutofit/>
          </a:bodyPr>
          <a:lstStyle/>
          <a:p>
            <a:r>
              <a:rPr lang="de-DE" sz="3200" dirty="0">
                <a:latin typeface="Cambria" panose="02040503050406030204" pitchFamily="18" charset="0"/>
              </a:rPr>
              <a:t>Lesungstext</a:t>
            </a:r>
          </a:p>
        </p:txBody>
      </p:sp>
      <p:sp>
        <p:nvSpPr>
          <p:cNvPr id="704" name="CustomShape 3"/>
          <p:cNvSpPr/>
          <p:nvPr/>
        </p:nvSpPr>
        <p:spPr>
          <a:xfrm>
            <a:off x="2764800" y="6460087"/>
            <a:ext cx="3616650" cy="364838"/>
          </a:xfrm>
          <a:prstGeom prst="rect">
            <a:avLst/>
          </a:prstGeom>
          <a:noFill/>
          <a:ln w="0">
            <a:noFill/>
          </a:ln>
        </p:spPr>
        <p:style>
          <a:lnRef idx="0">
            <a:scrgbClr r="0" g="0" b="0"/>
          </a:lnRef>
          <a:fillRef idx="0">
            <a:scrgbClr r="0" g="0" b="0"/>
          </a:fillRef>
          <a:effectRef idx="0">
            <a:scrgbClr r="0" g="0" b="0"/>
          </a:effectRef>
          <a:fontRef idx="minor"/>
        </p:style>
        <p:txBody>
          <a:bodyPr lIns="89872" tIns="44770" rIns="89872" bIns="44770" anchor="ctr">
            <a:noAutofit/>
          </a:bodyPr>
          <a:lstStyle/>
          <a:p>
            <a:pPr algn="ctr" defTabSz="854949"/>
            <a:r>
              <a:rPr lang="de-DE" sz="938" cap="all" spc="-1">
                <a:solidFill>
                  <a:srgbClr val="FFFFFF"/>
                </a:solidFill>
                <a:latin typeface="Calibri"/>
              </a:rPr>
              <a:t>Bibelübersetzung: Luther 1984</a:t>
            </a:r>
            <a:endParaRPr lang="de-DE" sz="938" spc="-1">
              <a:solidFill>
                <a:prstClr val="black"/>
              </a:solidFill>
            </a:endParaRPr>
          </a:p>
        </p:txBody>
      </p:sp>
      <p:sp>
        <p:nvSpPr>
          <p:cNvPr id="705" name="CustomShape 4"/>
          <p:cNvSpPr/>
          <p:nvPr/>
        </p:nvSpPr>
        <p:spPr>
          <a:xfrm>
            <a:off x="7425380" y="6459754"/>
            <a:ext cx="983813" cy="364838"/>
          </a:xfrm>
          <a:prstGeom prst="rect">
            <a:avLst/>
          </a:prstGeom>
          <a:noFill/>
          <a:ln w="0">
            <a:noFill/>
          </a:ln>
        </p:spPr>
        <p:style>
          <a:lnRef idx="0">
            <a:scrgbClr r="0" g="0" b="0"/>
          </a:lnRef>
          <a:fillRef idx="0">
            <a:scrgbClr r="0" g="0" b="0"/>
          </a:fillRef>
          <a:effectRef idx="0">
            <a:scrgbClr r="0" g="0" b="0"/>
          </a:effectRef>
          <a:fontRef idx="minor"/>
        </p:style>
        <p:txBody>
          <a:bodyPr lIns="91221" tIns="45439" rIns="91221" bIns="45439" anchor="ctr">
            <a:noAutofit/>
          </a:bodyPr>
          <a:lstStyle/>
          <a:p>
            <a:pPr algn="r" defTabSz="854949"/>
            <a:r>
              <a:rPr lang="de-DE" sz="1406" spc="-1" dirty="0">
                <a:solidFill>
                  <a:srgbClr val="FFFFFF"/>
                </a:solidFill>
                <a:latin typeface="Calibri"/>
              </a:rPr>
              <a:t>1 / 3</a:t>
            </a:r>
            <a:endParaRPr lang="de-DE" sz="1406" spc="-1" dirty="0">
              <a:solidFill>
                <a:prstClr val="black"/>
              </a:solidFill>
            </a:endParaRPr>
          </a:p>
        </p:txBody>
      </p:sp>
    </p:spTree>
    <p:extLst>
      <p:ext uri="{BB962C8B-B14F-4D97-AF65-F5344CB8AC3E}">
        <p14:creationId xmlns:p14="http://schemas.microsoft.com/office/powerpoint/2010/main" val="42784653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Grafik 5"/>
          <p:cNvPicPr>
            <a:picLocks noChangeAspect="1"/>
          </p:cNvPicPr>
          <p:nvPr/>
        </p:nvPicPr>
        <p:blipFill>
          <a:blip r:embed="rId2">
            <a:extLst>
              <a:ext uri="{28A0092B-C50C-407E-A947-70E740481C1C}">
                <a14:useLocalDpi xmlns:a14="http://schemas.microsoft.com/office/drawing/2010/main" val="0"/>
              </a:ext>
            </a:extLst>
          </a:blip>
          <a:srcRect/>
          <a:stretch/>
        </p:blipFill>
        <p:spPr>
          <a:xfrm>
            <a:off x="-1" y="0"/>
            <a:ext cx="9144001" cy="6858000"/>
          </a:xfrm>
          <a:prstGeom prst="rect">
            <a:avLst/>
          </a:prstGeom>
        </p:spPr>
      </p:pic>
      <p:sp>
        <p:nvSpPr>
          <p:cNvPr id="5" name="Titel 1"/>
          <p:cNvSpPr txBox="1">
            <a:spLocks/>
          </p:cNvSpPr>
          <p:nvPr/>
        </p:nvSpPr>
        <p:spPr>
          <a:xfrm>
            <a:off x="628649" y="428632"/>
            <a:ext cx="7886700" cy="810298"/>
          </a:xfrm>
          <a:prstGeom prst="rect">
            <a:avLst/>
          </a:prstGeom>
        </p:spPr>
        <p:txBody>
          <a:bodyPr vert="horz" lIns="91440" tIns="45720" rIns="91440" bIns="45720" rtlCol="0" anchor="b">
            <a:normAutofit fontScale="9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de-DE" sz="6600" b="0" i="0" u="none" strike="noStrike" kern="1200" cap="none" spc="0" normalizeH="0" baseline="0" noProof="0" dirty="0">
                <a:ln>
                  <a:noFill/>
                </a:ln>
                <a:solidFill>
                  <a:prstClr val="white"/>
                </a:solidFill>
                <a:effectLst/>
                <a:uLnTx/>
                <a:uFillTx/>
                <a:latin typeface="Baskerville Old Face" panose="02020602080505020303" pitchFamily="18" charset="0"/>
                <a:ea typeface="+mj-ea"/>
                <a:cs typeface="+mj-cs"/>
              </a:rPr>
              <a:t>Thema</a:t>
            </a:r>
          </a:p>
        </p:txBody>
      </p:sp>
      <p:sp>
        <p:nvSpPr>
          <p:cNvPr id="8" name="CustomShape 1">
            <a:extLst>
              <a:ext uri="{FF2B5EF4-FFF2-40B4-BE49-F238E27FC236}">
                <a16:creationId xmlns:a16="http://schemas.microsoft.com/office/drawing/2014/main" id="{ADBB904B-28D9-4EDB-8B6A-C11220A28789}"/>
              </a:ext>
            </a:extLst>
          </p:cNvPr>
          <p:cNvSpPr/>
          <p:nvPr/>
        </p:nvSpPr>
        <p:spPr>
          <a:xfrm>
            <a:off x="965199" y="5739719"/>
            <a:ext cx="7213600" cy="689649"/>
          </a:xfrm>
          <a:prstGeom prst="rect">
            <a:avLst/>
          </a:prstGeom>
          <a:noFill/>
          <a:ln w="0">
            <a:noFill/>
          </a:ln>
        </p:spPr>
        <p:style>
          <a:lnRef idx="0">
            <a:scrgbClr r="0" g="0" b="0"/>
          </a:lnRef>
          <a:fillRef idx="0">
            <a:scrgbClr r="0" g="0" b="0"/>
          </a:fillRef>
          <a:effectRef idx="0">
            <a:scrgbClr r="0" g="0" b="0"/>
          </a:effectRef>
          <a:fontRef idx="minor"/>
        </p:style>
        <p:txBody>
          <a:bodyPr wrap="square" lIns="63281" tIns="31641" rIns="63281" bIns="31641">
            <a:spAutoFit/>
          </a:bodyPr>
          <a:lstStyle/>
          <a:p>
            <a:pPr marL="0" marR="0" lvl="0" indent="0" algn="ctr" defTabSz="914400" rtl="0" eaLnBrk="1" fontAlgn="auto" latinLnBrk="0" hangingPunct="1">
              <a:lnSpc>
                <a:spcPct val="70000"/>
              </a:lnSpc>
              <a:spcBef>
                <a:spcPct val="0"/>
              </a:spcBef>
              <a:spcAft>
                <a:spcPts val="0"/>
              </a:spcAft>
              <a:buClrTx/>
              <a:buSzTx/>
              <a:buFontTx/>
              <a:buNone/>
              <a:tabLst/>
              <a:defRPr/>
            </a:pPr>
            <a:r>
              <a:rPr kumimoji="0" lang="de-DE" sz="2800" b="1" i="0" u="none" strike="noStrike" kern="1200" cap="none" spc="0" normalizeH="0" baseline="0" noProof="0" dirty="0">
                <a:ln>
                  <a:noFill/>
                </a:ln>
                <a:solidFill>
                  <a:prstClr val="white"/>
                </a:solidFill>
                <a:effectLst/>
                <a:uLnTx/>
                <a:uFillTx/>
                <a:latin typeface="Baskerville Old Face" panose="02020602080505020303" pitchFamily="18" charset="0"/>
                <a:ea typeface="+mn-ea"/>
                <a:cs typeface="+mn-cs"/>
              </a:rPr>
              <a:t>Gottesdienst am XY.XY.XY </a:t>
            </a:r>
          </a:p>
          <a:p>
            <a:pPr marL="0" marR="0" lvl="0" indent="0" algn="ctr" defTabSz="914400" rtl="0" eaLnBrk="1" fontAlgn="auto" latinLnBrk="0" hangingPunct="1">
              <a:lnSpc>
                <a:spcPct val="70000"/>
              </a:lnSpc>
              <a:spcBef>
                <a:spcPct val="0"/>
              </a:spcBef>
              <a:spcAft>
                <a:spcPts val="0"/>
              </a:spcAft>
              <a:buClrTx/>
              <a:buSzTx/>
              <a:buFontTx/>
              <a:buNone/>
              <a:tabLst/>
              <a:defRPr/>
            </a:pPr>
            <a:r>
              <a:rPr kumimoji="0" lang="de-DE" sz="2800" b="1" i="0" u="none" strike="noStrike" kern="1200" cap="none" spc="0" normalizeH="0" baseline="0" noProof="0" dirty="0">
                <a:ln>
                  <a:noFill/>
                </a:ln>
                <a:solidFill>
                  <a:prstClr val="white"/>
                </a:solidFill>
                <a:effectLst/>
                <a:uLnTx/>
                <a:uFillTx/>
                <a:latin typeface="Baskerville Old Face" panose="02020602080505020303" pitchFamily="18" charset="0"/>
                <a:ea typeface="+mn-ea"/>
                <a:cs typeface="+mn-cs"/>
              </a:rPr>
              <a:t>Name des Sonntags</a:t>
            </a:r>
          </a:p>
        </p:txBody>
      </p:sp>
    </p:spTree>
    <p:extLst>
      <p:ext uri="{BB962C8B-B14F-4D97-AF65-F5344CB8AC3E}">
        <p14:creationId xmlns:p14="http://schemas.microsoft.com/office/powerpoint/2010/main" val="2336431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Grafik 5"/>
          <p:cNvPicPr>
            <a:picLocks noChangeAspect="1"/>
          </p:cNvPicPr>
          <p:nvPr/>
        </p:nvPicPr>
        <p:blipFill>
          <a:blip r:embed="rId2">
            <a:extLst>
              <a:ext uri="{28A0092B-C50C-407E-A947-70E740481C1C}">
                <a14:useLocalDpi xmlns:a14="http://schemas.microsoft.com/office/drawing/2010/main" val="0"/>
              </a:ext>
            </a:extLst>
          </a:blip>
          <a:srcRect/>
          <a:stretch/>
        </p:blipFill>
        <p:spPr>
          <a:xfrm>
            <a:off x="-567465" y="4401"/>
            <a:ext cx="10428201" cy="6941271"/>
          </a:xfrm>
          <a:prstGeom prst="rect">
            <a:avLst/>
          </a:prstGeom>
        </p:spPr>
      </p:pic>
      <p:sp>
        <p:nvSpPr>
          <p:cNvPr id="7" name="CustomShape 1">
            <a:extLst>
              <a:ext uri="{FF2B5EF4-FFF2-40B4-BE49-F238E27FC236}">
                <a16:creationId xmlns:a16="http://schemas.microsoft.com/office/drawing/2014/main" id="{BDE3C581-4929-495C-BAA2-B8D1BB7D1943}"/>
              </a:ext>
            </a:extLst>
          </p:cNvPr>
          <p:cNvSpPr/>
          <p:nvPr/>
        </p:nvSpPr>
        <p:spPr>
          <a:xfrm>
            <a:off x="265471" y="320631"/>
            <a:ext cx="8642555" cy="3134356"/>
          </a:xfrm>
          <a:prstGeom prst="rect">
            <a:avLst/>
          </a:prstGeom>
          <a:noFill/>
          <a:ln w="0">
            <a:noFill/>
          </a:ln>
        </p:spPr>
        <p:style>
          <a:lnRef idx="0">
            <a:scrgbClr r="0" g="0" b="0"/>
          </a:lnRef>
          <a:fillRef idx="0">
            <a:scrgbClr r="0" g="0" b="0"/>
          </a:fillRef>
          <a:effectRef idx="0">
            <a:scrgbClr r="0" g="0" b="0"/>
          </a:effectRef>
          <a:fontRef idx="minor"/>
        </p:style>
        <p:txBody>
          <a:bodyPr wrap="square" lIns="63281" tIns="31641" rIns="63281" bIns="31641">
            <a:spAutoFit/>
          </a:bodyPr>
          <a:lstStyle/>
          <a:p>
            <a:pPr algn="ctr" defTabSz="457200">
              <a:lnSpc>
                <a:spcPct val="90000"/>
              </a:lnSpc>
              <a:spcAft>
                <a:spcPts val="600"/>
              </a:spcAft>
              <a:tabLst>
                <a:tab pos="0" algn="l"/>
              </a:tabLst>
            </a:pPr>
            <a:r>
              <a:rPr lang="de-DE" sz="5400" dirty="0">
                <a:solidFill>
                  <a:prstClr val="white"/>
                </a:solidFill>
                <a:latin typeface="Baskerville Old Face" panose="02020602080505020303" pitchFamily="18" charset="0"/>
                <a:ea typeface="+mj-ea"/>
                <a:cs typeface="+mj-cs"/>
              </a:rPr>
              <a:t>Die Kinder gehen jetzt zur Kinderstunde (3-6 Jahre) &amp; Jungschar (6-12 Jahre)</a:t>
            </a:r>
          </a:p>
          <a:p>
            <a:pPr algn="ctr" defTabSz="457200">
              <a:lnSpc>
                <a:spcPct val="90000"/>
              </a:lnSpc>
              <a:spcAft>
                <a:spcPts val="600"/>
              </a:spcAft>
              <a:tabLst>
                <a:tab pos="0" algn="l"/>
              </a:tabLst>
            </a:pPr>
            <a:r>
              <a:rPr lang="de-DE" sz="5400" dirty="0">
                <a:solidFill>
                  <a:prstClr val="white"/>
                </a:solidFill>
                <a:latin typeface="Baskerville Old Face" panose="02020602080505020303" pitchFamily="18" charset="0"/>
                <a:ea typeface="+mj-ea"/>
                <a:cs typeface="+mj-cs"/>
              </a:rPr>
              <a:t>Es geht gleich weiter…</a:t>
            </a:r>
          </a:p>
        </p:txBody>
      </p:sp>
    </p:spTree>
    <p:extLst>
      <p:ext uri="{BB962C8B-B14F-4D97-AF65-F5344CB8AC3E}">
        <p14:creationId xmlns:p14="http://schemas.microsoft.com/office/powerpoint/2010/main" val="3095132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ormAutofit/>
          </a:bodyPr>
          <a:lstStyle/>
          <a:p>
            <a:r>
              <a:rPr lang="de-DE" dirty="0"/>
              <a:t>Lied:</a:t>
            </a:r>
          </a:p>
        </p:txBody>
      </p:sp>
      <p:sp>
        <p:nvSpPr>
          <p:cNvPr id="3" name="Datumsplatzhalter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de-DE" sz="1400" b="0" i="0" u="none" strike="noStrike" kern="1200" cap="none" spc="0" normalizeH="0" baseline="0" noProof="0" dirty="0">
                <a:ln>
                  <a:noFill/>
                </a:ln>
                <a:solidFill>
                  <a:srgbClr val="FFFFFF"/>
                </a:solidFill>
                <a:effectLst/>
                <a:uLnTx/>
                <a:uFillTx/>
                <a:latin typeface="Arial" charset="0"/>
                <a:ea typeface="+mn-ea"/>
                <a:cs typeface="Arial" charset="0"/>
              </a:rPr>
              <a:t>FJ1 4</a:t>
            </a:r>
          </a:p>
        </p:txBody>
      </p:sp>
      <p:sp>
        <p:nvSpPr>
          <p:cNvPr id="4" name="Fußzeilenplatzhalter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de-DE" sz="900" b="0" i="0" u="none" strike="noStrike" kern="1200" cap="all" spc="0" normalizeH="0" baseline="0" noProof="0" dirty="0">
                <a:ln>
                  <a:noFill/>
                </a:ln>
                <a:solidFill>
                  <a:srgbClr val="FFFFFF"/>
                </a:solidFill>
                <a:effectLst/>
                <a:uLnTx/>
                <a:uFillTx/>
                <a:latin typeface="Arial" charset="0"/>
                <a:ea typeface="+mn-ea"/>
                <a:cs typeface="Arial" charset="0"/>
              </a:rPr>
              <a:t>Text und Melodie: Robert Lowry</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de-DE" sz="900" b="0" i="0" u="none" strike="noStrike" kern="1200" cap="all" spc="0" normalizeH="0" baseline="0" noProof="0" dirty="0">
                <a:ln>
                  <a:noFill/>
                </a:ln>
                <a:solidFill>
                  <a:srgbClr val="FFFFFF"/>
                </a:solidFill>
                <a:effectLst/>
                <a:uLnTx/>
                <a:uFillTx/>
                <a:latin typeface="Arial" charset="0"/>
                <a:ea typeface="+mn-ea"/>
                <a:cs typeface="Arial" charset="0"/>
              </a:rPr>
              <a:t>Deutsch: Thomas van Doreen</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de-DE" sz="900" b="0" i="0" u="none" strike="noStrike" kern="1200" cap="all" spc="0" normalizeH="0" baseline="0" noProof="0" dirty="0">
                <a:ln>
                  <a:noFill/>
                </a:ln>
                <a:solidFill>
                  <a:srgbClr val="FFFFFF"/>
                </a:solidFill>
                <a:effectLst/>
                <a:uLnTx/>
                <a:uFillTx/>
                <a:latin typeface="Arial" charset="0"/>
                <a:ea typeface="+mn-ea"/>
                <a:cs typeface="Arial" charset="0"/>
              </a:rPr>
              <a:t>Rechte: Hänssler-Verlag, Neuhausen-Stuttgart</a:t>
            </a:r>
          </a:p>
        </p:txBody>
      </p:sp>
      <p:sp>
        <p:nvSpPr>
          <p:cNvPr id="5" name="Foliennummernplatzhalter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de-DE" sz="1400" b="0" i="0" u="none" strike="noStrike" kern="1200" cap="none" spc="0" normalizeH="0" baseline="0" noProof="0" dirty="0">
                <a:ln>
                  <a:noFill/>
                </a:ln>
                <a:solidFill>
                  <a:srgbClr val="FFFFFF"/>
                </a:solidFill>
                <a:effectLst/>
                <a:uLnTx/>
                <a:uFillTx/>
                <a:latin typeface="Arial" charset="0"/>
                <a:ea typeface="+mn-ea"/>
                <a:cs typeface="Arial" charset="0"/>
              </a:rPr>
              <a:t>1/1</a:t>
            </a:r>
          </a:p>
        </p:txBody>
      </p:sp>
      <p:sp>
        <p:nvSpPr>
          <p:cNvPr id="6" name="Inhaltsplatzhalter 5"/>
          <p:cNvSpPr>
            <a:spLocks noGrp="1"/>
          </p:cNvSpPr>
          <p:nvPr>
            <p:ph idx="1"/>
          </p:nvPr>
        </p:nvSpPr>
        <p:spPr/>
        <p:txBody>
          <a:bodyPr/>
          <a:lstStyle/>
          <a:p>
            <a:r>
              <a:rPr lang="de-DE" dirty="0"/>
              <a:t>Lied3 (Kinderlied)</a:t>
            </a:r>
          </a:p>
        </p:txBody>
      </p:sp>
    </p:spTree>
    <p:extLst>
      <p:ext uri="{BB962C8B-B14F-4D97-AF65-F5344CB8AC3E}">
        <p14:creationId xmlns:p14="http://schemas.microsoft.com/office/powerpoint/2010/main" val="8867720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Grafik 5"/>
          <p:cNvPicPr>
            <a:picLocks noChangeAspect="1"/>
          </p:cNvPicPr>
          <p:nvPr/>
        </p:nvPicPr>
        <p:blipFill>
          <a:blip r:embed="rId2">
            <a:extLst>
              <a:ext uri="{28A0092B-C50C-407E-A947-70E740481C1C}">
                <a14:useLocalDpi xmlns:a14="http://schemas.microsoft.com/office/drawing/2010/main" val="0"/>
              </a:ext>
            </a:extLst>
          </a:blip>
          <a:srcRect/>
          <a:stretch/>
        </p:blipFill>
        <p:spPr>
          <a:xfrm>
            <a:off x="-567465" y="4401"/>
            <a:ext cx="10428201" cy="6941271"/>
          </a:xfrm>
          <a:prstGeom prst="rect">
            <a:avLst/>
          </a:prstGeom>
        </p:spPr>
      </p:pic>
      <p:sp>
        <p:nvSpPr>
          <p:cNvPr id="7" name="CustomShape 1">
            <a:extLst>
              <a:ext uri="{FF2B5EF4-FFF2-40B4-BE49-F238E27FC236}">
                <a16:creationId xmlns:a16="http://schemas.microsoft.com/office/drawing/2014/main" id="{BDE3C581-4929-495C-BAA2-B8D1BB7D1943}"/>
              </a:ext>
            </a:extLst>
          </p:cNvPr>
          <p:cNvSpPr/>
          <p:nvPr/>
        </p:nvSpPr>
        <p:spPr>
          <a:xfrm>
            <a:off x="265471" y="320631"/>
            <a:ext cx="8642555" cy="3134356"/>
          </a:xfrm>
          <a:prstGeom prst="rect">
            <a:avLst/>
          </a:prstGeom>
          <a:noFill/>
          <a:ln w="0">
            <a:noFill/>
          </a:ln>
        </p:spPr>
        <p:style>
          <a:lnRef idx="0">
            <a:scrgbClr r="0" g="0" b="0"/>
          </a:lnRef>
          <a:fillRef idx="0">
            <a:scrgbClr r="0" g="0" b="0"/>
          </a:fillRef>
          <a:effectRef idx="0">
            <a:scrgbClr r="0" g="0" b="0"/>
          </a:effectRef>
          <a:fontRef idx="minor"/>
        </p:style>
        <p:txBody>
          <a:bodyPr wrap="square" lIns="63281" tIns="31641" rIns="63281" bIns="31641">
            <a:spAutoFit/>
          </a:bodyPr>
          <a:lstStyle/>
          <a:p>
            <a:pPr marL="0" marR="0" lvl="0" indent="0" algn="ctr" defTabSz="457200" rtl="0" eaLnBrk="1" fontAlgn="auto" latinLnBrk="0" hangingPunct="1">
              <a:lnSpc>
                <a:spcPct val="90000"/>
              </a:lnSpc>
              <a:spcBef>
                <a:spcPts val="0"/>
              </a:spcBef>
              <a:spcAft>
                <a:spcPts val="600"/>
              </a:spcAft>
              <a:buClrTx/>
              <a:buSzTx/>
              <a:buFontTx/>
              <a:buNone/>
              <a:tabLst>
                <a:tab pos="0" algn="l"/>
              </a:tabLst>
              <a:defRPr/>
            </a:pPr>
            <a:r>
              <a:rPr kumimoji="0" lang="de-DE" sz="5400" b="0" i="0" u="none" strike="noStrike" kern="1200" cap="none" spc="0" normalizeH="0" baseline="0" noProof="0" dirty="0">
                <a:ln>
                  <a:noFill/>
                </a:ln>
                <a:solidFill>
                  <a:prstClr val="white"/>
                </a:solidFill>
                <a:effectLst/>
                <a:uLnTx/>
                <a:uFillTx/>
                <a:latin typeface="Baskerville Old Face" panose="02020602080505020303" pitchFamily="18" charset="0"/>
                <a:ea typeface="+mn-ea"/>
                <a:cs typeface="+mn-cs"/>
              </a:rPr>
              <a:t>Die Kinder gehen jetzt zur Kinderstunde (3-6 Jahre) &amp; Jungschar (6-12 Jahre)</a:t>
            </a:r>
          </a:p>
          <a:p>
            <a:pPr marL="0" marR="0" lvl="0" indent="0" algn="ctr" defTabSz="457200" rtl="0" eaLnBrk="1" fontAlgn="auto" latinLnBrk="0" hangingPunct="1">
              <a:lnSpc>
                <a:spcPct val="90000"/>
              </a:lnSpc>
              <a:spcBef>
                <a:spcPts val="0"/>
              </a:spcBef>
              <a:spcAft>
                <a:spcPts val="600"/>
              </a:spcAft>
              <a:buClrTx/>
              <a:buSzTx/>
              <a:buFontTx/>
              <a:buNone/>
              <a:tabLst>
                <a:tab pos="0" algn="l"/>
              </a:tabLst>
              <a:defRPr/>
            </a:pPr>
            <a:r>
              <a:rPr kumimoji="0" lang="de-DE" sz="5400" b="0" i="0" u="none" strike="noStrike" kern="1200" cap="none" spc="0" normalizeH="0" baseline="0" noProof="0" dirty="0">
                <a:ln>
                  <a:noFill/>
                </a:ln>
                <a:solidFill>
                  <a:prstClr val="white"/>
                </a:solidFill>
                <a:effectLst/>
                <a:uLnTx/>
                <a:uFillTx/>
                <a:latin typeface="Baskerville Old Face" panose="02020602080505020303" pitchFamily="18" charset="0"/>
                <a:ea typeface="+mn-ea"/>
                <a:cs typeface="+mn-cs"/>
              </a:rPr>
              <a:t>Es geht gleich weiter…</a:t>
            </a:r>
          </a:p>
        </p:txBody>
      </p:sp>
    </p:spTree>
    <p:extLst>
      <p:ext uri="{BB962C8B-B14F-4D97-AF65-F5344CB8AC3E}">
        <p14:creationId xmlns:p14="http://schemas.microsoft.com/office/powerpoint/2010/main" val="35873211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Grafik 5"/>
          <p:cNvPicPr>
            <a:picLocks noChangeAspect="1"/>
          </p:cNvPicPr>
          <p:nvPr/>
        </p:nvPicPr>
        <p:blipFill>
          <a:blip r:embed="rId2">
            <a:extLst>
              <a:ext uri="{28A0092B-C50C-407E-A947-70E740481C1C}">
                <a14:useLocalDpi xmlns:a14="http://schemas.microsoft.com/office/drawing/2010/main" val="0"/>
              </a:ext>
            </a:extLst>
          </a:blip>
          <a:srcRect/>
          <a:stretch/>
        </p:blipFill>
        <p:spPr>
          <a:xfrm>
            <a:off x="-1" y="0"/>
            <a:ext cx="9144001" cy="6858000"/>
          </a:xfrm>
          <a:prstGeom prst="rect">
            <a:avLst/>
          </a:prstGeom>
        </p:spPr>
      </p:pic>
      <p:sp>
        <p:nvSpPr>
          <p:cNvPr id="5" name="Titel 1"/>
          <p:cNvSpPr txBox="1">
            <a:spLocks/>
          </p:cNvSpPr>
          <p:nvPr/>
        </p:nvSpPr>
        <p:spPr>
          <a:xfrm>
            <a:off x="628649" y="428632"/>
            <a:ext cx="7886700" cy="810298"/>
          </a:xfrm>
          <a:prstGeom prst="rect">
            <a:avLst/>
          </a:prstGeom>
        </p:spPr>
        <p:txBody>
          <a:bodyPr vert="horz" lIns="91440" tIns="45720" rIns="91440" bIns="45720" rtlCol="0" anchor="b">
            <a:normAutofit fontScale="9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de-DE" sz="6600" b="0" i="0" u="none" strike="noStrike" kern="1200" cap="none" spc="0" normalizeH="0" baseline="0" noProof="0" dirty="0">
                <a:ln>
                  <a:noFill/>
                </a:ln>
                <a:solidFill>
                  <a:prstClr val="white"/>
                </a:solidFill>
                <a:effectLst/>
                <a:uLnTx/>
                <a:uFillTx/>
                <a:latin typeface="Baskerville Old Face" panose="02020602080505020303" pitchFamily="18" charset="0"/>
                <a:ea typeface="+mj-ea"/>
                <a:cs typeface="+mj-cs"/>
              </a:rPr>
              <a:t>Thema</a:t>
            </a:r>
          </a:p>
        </p:txBody>
      </p:sp>
      <p:sp>
        <p:nvSpPr>
          <p:cNvPr id="8" name="CustomShape 1">
            <a:extLst>
              <a:ext uri="{FF2B5EF4-FFF2-40B4-BE49-F238E27FC236}">
                <a16:creationId xmlns:a16="http://schemas.microsoft.com/office/drawing/2014/main" id="{ADBB904B-28D9-4EDB-8B6A-C11220A28789}"/>
              </a:ext>
            </a:extLst>
          </p:cNvPr>
          <p:cNvSpPr/>
          <p:nvPr/>
        </p:nvSpPr>
        <p:spPr>
          <a:xfrm>
            <a:off x="965199" y="5739719"/>
            <a:ext cx="7213600" cy="689649"/>
          </a:xfrm>
          <a:prstGeom prst="rect">
            <a:avLst/>
          </a:prstGeom>
          <a:noFill/>
          <a:ln w="0">
            <a:noFill/>
          </a:ln>
        </p:spPr>
        <p:style>
          <a:lnRef idx="0">
            <a:scrgbClr r="0" g="0" b="0"/>
          </a:lnRef>
          <a:fillRef idx="0">
            <a:scrgbClr r="0" g="0" b="0"/>
          </a:fillRef>
          <a:effectRef idx="0">
            <a:scrgbClr r="0" g="0" b="0"/>
          </a:effectRef>
          <a:fontRef idx="minor"/>
        </p:style>
        <p:txBody>
          <a:bodyPr wrap="square" lIns="63281" tIns="31641" rIns="63281" bIns="31641">
            <a:spAutoFit/>
          </a:bodyPr>
          <a:lstStyle/>
          <a:p>
            <a:pPr marL="0" marR="0" lvl="0" indent="0" algn="ctr" defTabSz="914400" rtl="0" eaLnBrk="1" fontAlgn="auto" latinLnBrk="0" hangingPunct="1">
              <a:lnSpc>
                <a:spcPct val="70000"/>
              </a:lnSpc>
              <a:spcBef>
                <a:spcPct val="0"/>
              </a:spcBef>
              <a:spcAft>
                <a:spcPts val="0"/>
              </a:spcAft>
              <a:buClrTx/>
              <a:buSzTx/>
              <a:buFontTx/>
              <a:buNone/>
              <a:tabLst/>
              <a:defRPr/>
            </a:pPr>
            <a:r>
              <a:rPr kumimoji="0" lang="de-DE" sz="2800" b="1" i="0" u="none" strike="noStrike" kern="1200" cap="none" spc="0" normalizeH="0" baseline="0" noProof="0" dirty="0">
                <a:ln>
                  <a:noFill/>
                </a:ln>
                <a:solidFill>
                  <a:prstClr val="white"/>
                </a:solidFill>
                <a:effectLst/>
                <a:uLnTx/>
                <a:uFillTx/>
                <a:latin typeface="Baskerville Old Face" panose="02020602080505020303" pitchFamily="18" charset="0"/>
                <a:ea typeface="+mn-ea"/>
                <a:cs typeface="+mn-cs"/>
              </a:rPr>
              <a:t>Gottesdienst am XY.XY.XY </a:t>
            </a:r>
          </a:p>
          <a:p>
            <a:pPr marL="0" marR="0" lvl="0" indent="0" algn="ctr" defTabSz="914400" rtl="0" eaLnBrk="1" fontAlgn="auto" latinLnBrk="0" hangingPunct="1">
              <a:lnSpc>
                <a:spcPct val="70000"/>
              </a:lnSpc>
              <a:spcBef>
                <a:spcPct val="0"/>
              </a:spcBef>
              <a:spcAft>
                <a:spcPts val="0"/>
              </a:spcAft>
              <a:buClrTx/>
              <a:buSzTx/>
              <a:buFontTx/>
              <a:buNone/>
              <a:tabLst/>
              <a:defRPr/>
            </a:pPr>
            <a:r>
              <a:rPr kumimoji="0" lang="de-DE" sz="2800" b="1" i="0" u="none" strike="noStrike" kern="1200" cap="none" spc="0" normalizeH="0" baseline="0" noProof="0" dirty="0">
                <a:ln>
                  <a:noFill/>
                </a:ln>
                <a:solidFill>
                  <a:prstClr val="white"/>
                </a:solidFill>
                <a:effectLst/>
                <a:uLnTx/>
                <a:uFillTx/>
                <a:latin typeface="Baskerville Old Face" panose="02020602080505020303" pitchFamily="18" charset="0"/>
                <a:ea typeface="+mn-ea"/>
                <a:cs typeface="+mn-cs"/>
              </a:rPr>
              <a:t>Name des Sonntags</a:t>
            </a:r>
          </a:p>
        </p:txBody>
      </p:sp>
    </p:spTree>
    <p:extLst>
      <p:ext uri="{BB962C8B-B14F-4D97-AF65-F5344CB8AC3E}">
        <p14:creationId xmlns:p14="http://schemas.microsoft.com/office/powerpoint/2010/main" val="24752842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Grafik 5"/>
          <p:cNvPicPr>
            <a:picLocks noChangeAspect="1"/>
          </p:cNvPicPr>
          <p:nvPr/>
        </p:nvPicPr>
        <p:blipFill>
          <a:blip r:embed="rId2">
            <a:extLst>
              <a:ext uri="{28A0092B-C50C-407E-A947-70E740481C1C}">
                <a14:useLocalDpi xmlns:a14="http://schemas.microsoft.com/office/drawing/2010/main" val="0"/>
              </a:ext>
            </a:extLst>
          </a:blip>
          <a:srcRect/>
          <a:stretch/>
        </p:blipFill>
        <p:spPr>
          <a:xfrm>
            <a:off x="-567465" y="4401"/>
            <a:ext cx="10428201" cy="6941271"/>
          </a:xfrm>
          <a:prstGeom prst="rect">
            <a:avLst/>
          </a:prstGeom>
        </p:spPr>
      </p:pic>
      <p:sp>
        <p:nvSpPr>
          <p:cNvPr id="8" name="CustomShape 1">
            <a:extLst>
              <a:ext uri="{FF2B5EF4-FFF2-40B4-BE49-F238E27FC236}">
                <a16:creationId xmlns:a16="http://schemas.microsoft.com/office/drawing/2014/main" id="{ADBB904B-28D9-4EDB-8B6A-C11220A28789}"/>
              </a:ext>
            </a:extLst>
          </p:cNvPr>
          <p:cNvSpPr/>
          <p:nvPr/>
        </p:nvSpPr>
        <p:spPr>
          <a:xfrm>
            <a:off x="1039835" y="5719159"/>
            <a:ext cx="7213600" cy="556342"/>
          </a:xfrm>
          <a:prstGeom prst="rect">
            <a:avLst/>
          </a:prstGeom>
          <a:noFill/>
          <a:ln w="0">
            <a:noFill/>
          </a:ln>
        </p:spPr>
        <p:style>
          <a:lnRef idx="0">
            <a:scrgbClr r="0" g="0" b="0"/>
          </a:lnRef>
          <a:fillRef idx="0">
            <a:scrgbClr r="0" g="0" b="0"/>
          </a:fillRef>
          <a:effectRef idx="0">
            <a:scrgbClr r="0" g="0" b="0"/>
          </a:effectRef>
          <a:fontRef idx="minor"/>
        </p:style>
        <p:txBody>
          <a:bodyPr wrap="square" lIns="63281" tIns="31641" rIns="63281" bIns="31641">
            <a:spAutoFit/>
          </a:bodyPr>
          <a:lstStyle/>
          <a:p>
            <a:pPr algn="ctr" defTabSz="642938">
              <a:defRPr/>
            </a:pPr>
            <a:r>
              <a:rPr lang="de-DE" sz="3200" dirty="0">
                <a:solidFill>
                  <a:prstClr val="white"/>
                </a:solidFill>
                <a:latin typeface="Baskerville Old Face" panose="02020602080505020303" pitchFamily="18" charset="0"/>
              </a:rPr>
              <a:t>Predigt zu Predigtext1</a:t>
            </a:r>
          </a:p>
        </p:txBody>
      </p:sp>
      <p:sp>
        <p:nvSpPr>
          <p:cNvPr id="7" name="CustomShape 1">
            <a:extLst>
              <a:ext uri="{FF2B5EF4-FFF2-40B4-BE49-F238E27FC236}">
                <a16:creationId xmlns:a16="http://schemas.microsoft.com/office/drawing/2014/main" id="{BDE3C581-4929-495C-BAA2-B8D1BB7D1943}"/>
              </a:ext>
            </a:extLst>
          </p:cNvPr>
          <p:cNvSpPr/>
          <p:nvPr/>
        </p:nvSpPr>
        <p:spPr>
          <a:xfrm>
            <a:off x="698749" y="727546"/>
            <a:ext cx="7895772" cy="813721"/>
          </a:xfrm>
          <a:prstGeom prst="rect">
            <a:avLst/>
          </a:prstGeom>
          <a:noFill/>
          <a:ln w="0">
            <a:noFill/>
          </a:ln>
        </p:spPr>
        <p:style>
          <a:lnRef idx="0">
            <a:scrgbClr r="0" g="0" b="0"/>
          </a:lnRef>
          <a:fillRef idx="0">
            <a:scrgbClr r="0" g="0" b="0"/>
          </a:fillRef>
          <a:effectRef idx="0">
            <a:scrgbClr r="0" g="0" b="0"/>
          </a:effectRef>
          <a:fontRef idx="minor"/>
        </p:style>
        <p:txBody>
          <a:bodyPr wrap="square" lIns="63281" tIns="31641" rIns="63281" bIns="31641">
            <a:spAutoFit/>
          </a:bodyPr>
          <a:lstStyle/>
          <a:p>
            <a:pPr algn="ctr" defTabSz="457200">
              <a:lnSpc>
                <a:spcPct val="90000"/>
              </a:lnSpc>
              <a:spcAft>
                <a:spcPts val="600"/>
              </a:spcAft>
              <a:defRPr/>
            </a:pPr>
            <a:r>
              <a:rPr lang="de-DE" sz="5400" dirty="0">
                <a:solidFill>
                  <a:prstClr val="white"/>
                </a:solidFill>
                <a:latin typeface="Baskerville Old Face" panose="02020602080505020303" pitchFamily="18" charset="0"/>
              </a:rPr>
              <a:t>Thema Predigt1</a:t>
            </a:r>
          </a:p>
        </p:txBody>
      </p:sp>
    </p:spTree>
    <p:extLst>
      <p:ext uri="{BB962C8B-B14F-4D97-AF65-F5344CB8AC3E}">
        <p14:creationId xmlns:p14="http://schemas.microsoft.com/office/powerpoint/2010/main" val="42442373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2" name="CustomShape 1"/>
          <p:cNvSpPr/>
          <p:nvPr/>
        </p:nvSpPr>
        <p:spPr>
          <a:xfrm>
            <a:off x="356062" y="477233"/>
            <a:ext cx="6543788" cy="818775"/>
          </a:xfrm>
          <a:prstGeom prst="rect">
            <a:avLst/>
          </a:prstGeom>
          <a:noFill/>
          <a:ln w="0">
            <a:noFill/>
          </a:ln>
        </p:spPr>
        <p:style>
          <a:lnRef idx="0">
            <a:scrgbClr r="0" g="0" b="0"/>
          </a:lnRef>
          <a:fillRef idx="0">
            <a:scrgbClr r="0" g="0" b="0"/>
          </a:fillRef>
          <a:effectRef idx="0">
            <a:scrgbClr r="0" g="0" b="0"/>
          </a:effectRef>
          <a:fontRef idx="minor"/>
        </p:style>
        <p:txBody>
          <a:bodyPr lIns="88528" tIns="44096" rIns="88528" bIns="44096" anchor="b">
            <a:normAutofit/>
          </a:bodyPr>
          <a:lstStyle/>
          <a:p>
            <a:pPr marL="0" marR="0" lvl="0" indent="0" algn="l" defTabSz="854949" rtl="0" eaLnBrk="1" fontAlgn="auto" latinLnBrk="0" hangingPunct="1">
              <a:lnSpc>
                <a:spcPct val="85000"/>
              </a:lnSpc>
              <a:spcBef>
                <a:spcPts val="0"/>
              </a:spcBef>
              <a:spcAft>
                <a:spcPts val="0"/>
              </a:spcAft>
              <a:buClrTx/>
              <a:buSzTx/>
              <a:buFontTx/>
              <a:buNone/>
              <a:tabLst/>
              <a:defRPr/>
            </a:pPr>
            <a:r>
              <a:rPr kumimoji="0" lang="de-DE" sz="3563" b="1" i="0" u="none" strike="noStrike" kern="1200" cap="none" spc="-52" normalizeH="0" baseline="0" noProof="0" dirty="0">
                <a:ln>
                  <a:noFill/>
                </a:ln>
                <a:solidFill>
                  <a:srgbClr val="404040"/>
                </a:solidFill>
                <a:effectLst/>
                <a:uLnTx/>
                <a:uFillTx/>
                <a:latin typeface="Calibri"/>
              </a:rPr>
              <a:t>Predigt: Bibelstelle</a:t>
            </a:r>
            <a:endParaRPr kumimoji="0" lang="de-DE" sz="3563" b="0" i="0" u="none" strike="noStrike" kern="1200" cap="none" spc="-1" normalizeH="0" baseline="0" noProof="0" dirty="0">
              <a:ln>
                <a:noFill/>
              </a:ln>
              <a:solidFill>
                <a:prstClr val="black"/>
              </a:solidFill>
              <a:effectLst/>
              <a:uLnTx/>
              <a:uFillTx/>
              <a:latin typeface="Arial"/>
            </a:endParaRPr>
          </a:p>
        </p:txBody>
      </p:sp>
      <p:sp>
        <p:nvSpPr>
          <p:cNvPr id="703" name="CustomShape 2"/>
          <p:cNvSpPr/>
          <p:nvPr/>
        </p:nvSpPr>
        <p:spPr>
          <a:xfrm>
            <a:off x="356063" y="1357468"/>
            <a:ext cx="8716275" cy="4946063"/>
          </a:xfrm>
          <a:prstGeom prst="rect">
            <a:avLst/>
          </a:prstGeom>
          <a:noFill/>
          <a:ln w="0">
            <a:noFill/>
          </a:ln>
        </p:spPr>
        <p:style>
          <a:lnRef idx="0">
            <a:scrgbClr r="0" g="0" b="0"/>
          </a:lnRef>
          <a:fillRef idx="0">
            <a:scrgbClr r="0" g="0" b="0"/>
          </a:fillRef>
          <a:effectRef idx="0">
            <a:scrgbClr r="0" g="0" b="0"/>
          </a:effectRef>
          <a:fontRef idx="minor"/>
        </p:style>
        <p:txBody>
          <a:bodyPr lIns="0" tIns="44096" rIns="0" bIns="44096">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3200" b="0" i="0" u="none" strike="noStrike" kern="1200" cap="none" spc="0" normalizeH="0" noProof="0" dirty="0">
                <a:ln>
                  <a:noFill/>
                </a:ln>
                <a:solidFill>
                  <a:prstClr val="black"/>
                </a:solidFill>
                <a:effectLst/>
                <a:uLnTx/>
                <a:uFillTx/>
                <a:latin typeface="Cambria" panose="02040503050406030204" pitchFamily="18" charset="0"/>
              </a:rPr>
              <a:t>Predigttext1</a:t>
            </a:r>
            <a:endParaRPr kumimoji="0" lang="de-DE" sz="3600" b="0" i="0" u="none" strike="noStrike" kern="1200" cap="none" spc="0" normalizeH="0" noProof="0" dirty="0">
              <a:ln>
                <a:noFill/>
              </a:ln>
              <a:solidFill>
                <a:prstClr val="black"/>
              </a:solidFill>
              <a:effectLst/>
              <a:uLnTx/>
              <a:uFillTx/>
              <a:latin typeface="Cambria" panose="02040503050406030204" pitchFamily="18" charset="0"/>
            </a:endParaRPr>
          </a:p>
        </p:txBody>
      </p:sp>
      <p:sp>
        <p:nvSpPr>
          <p:cNvPr id="704" name="CustomShape 3"/>
          <p:cNvSpPr/>
          <p:nvPr/>
        </p:nvSpPr>
        <p:spPr>
          <a:xfrm>
            <a:off x="2764800" y="6460087"/>
            <a:ext cx="3616650" cy="364838"/>
          </a:xfrm>
          <a:prstGeom prst="rect">
            <a:avLst/>
          </a:prstGeom>
          <a:noFill/>
          <a:ln w="0">
            <a:noFill/>
          </a:ln>
        </p:spPr>
        <p:style>
          <a:lnRef idx="0">
            <a:scrgbClr r="0" g="0" b="0"/>
          </a:lnRef>
          <a:fillRef idx="0">
            <a:scrgbClr r="0" g="0" b="0"/>
          </a:fillRef>
          <a:effectRef idx="0">
            <a:scrgbClr r="0" g="0" b="0"/>
          </a:effectRef>
          <a:fontRef idx="minor"/>
        </p:style>
        <p:txBody>
          <a:bodyPr lIns="89872" tIns="44770" rIns="89872" bIns="44770" anchor="ctr">
            <a:noAutofit/>
          </a:bodyPr>
          <a:lstStyle/>
          <a:p>
            <a:pPr marL="0" marR="0" lvl="0" indent="0" algn="ctr" defTabSz="854949" rtl="0" eaLnBrk="1" fontAlgn="auto" latinLnBrk="0" hangingPunct="1">
              <a:lnSpc>
                <a:spcPct val="100000"/>
              </a:lnSpc>
              <a:spcBef>
                <a:spcPts val="0"/>
              </a:spcBef>
              <a:spcAft>
                <a:spcPts val="0"/>
              </a:spcAft>
              <a:buClrTx/>
              <a:buSzTx/>
              <a:buFontTx/>
              <a:buNone/>
              <a:tabLst/>
              <a:defRPr/>
            </a:pPr>
            <a:r>
              <a:rPr kumimoji="0" lang="de-DE" sz="938" b="0" i="0" u="none" strike="noStrike" kern="1200" cap="all" spc="-1" normalizeH="0" baseline="0" noProof="0">
                <a:ln>
                  <a:noFill/>
                </a:ln>
                <a:solidFill>
                  <a:srgbClr val="FFFFFF"/>
                </a:solidFill>
                <a:effectLst/>
                <a:uLnTx/>
                <a:uFillTx/>
                <a:latin typeface="Calibri"/>
              </a:rPr>
              <a:t>Bibelübersetzung: Luther 1984</a:t>
            </a:r>
            <a:endParaRPr kumimoji="0" lang="de-DE" sz="938" b="0" i="0" u="none" strike="noStrike" kern="1200" cap="none" spc="-1" normalizeH="0" baseline="0" noProof="0">
              <a:ln>
                <a:noFill/>
              </a:ln>
              <a:solidFill>
                <a:prstClr val="black"/>
              </a:solidFill>
              <a:effectLst/>
              <a:uLnTx/>
              <a:uFillTx/>
              <a:latin typeface="Arial"/>
            </a:endParaRPr>
          </a:p>
        </p:txBody>
      </p:sp>
      <p:sp>
        <p:nvSpPr>
          <p:cNvPr id="705" name="CustomShape 4"/>
          <p:cNvSpPr/>
          <p:nvPr/>
        </p:nvSpPr>
        <p:spPr>
          <a:xfrm>
            <a:off x="7425380" y="6459754"/>
            <a:ext cx="983813" cy="364838"/>
          </a:xfrm>
          <a:prstGeom prst="rect">
            <a:avLst/>
          </a:prstGeom>
          <a:noFill/>
          <a:ln w="0">
            <a:noFill/>
          </a:ln>
        </p:spPr>
        <p:style>
          <a:lnRef idx="0">
            <a:scrgbClr r="0" g="0" b="0"/>
          </a:lnRef>
          <a:fillRef idx="0">
            <a:scrgbClr r="0" g="0" b="0"/>
          </a:fillRef>
          <a:effectRef idx="0">
            <a:scrgbClr r="0" g="0" b="0"/>
          </a:effectRef>
          <a:fontRef idx="minor"/>
        </p:style>
        <p:txBody>
          <a:bodyPr lIns="91221" tIns="45439" rIns="91221" bIns="45439" anchor="ctr">
            <a:noAutofit/>
          </a:bodyPr>
          <a:lstStyle/>
          <a:p>
            <a:pPr marL="0" marR="0" lvl="0" indent="0" algn="r" defTabSz="854949" rtl="0" eaLnBrk="1" fontAlgn="auto" latinLnBrk="0" hangingPunct="1">
              <a:lnSpc>
                <a:spcPct val="100000"/>
              </a:lnSpc>
              <a:spcBef>
                <a:spcPts val="0"/>
              </a:spcBef>
              <a:spcAft>
                <a:spcPts val="0"/>
              </a:spcAft>
              <a:buClrTx/>
              <a:buSzTx/>
              <a:buFontTx/>
              <a:buNone/>
              <a:tabLst/>
              <a:defRPr/>
            </a:pPr>
            <a:r>
              <a:rPr kumimoji="0" lang="de-DE" sz="1406" b="0" i="0" u="none" strike="noStrike" kern="1200" cap="none" spc="-1" normalizeH="0" baseline="0" noProof="0" dirty="0">
                <a:ln>
                  <a:noFill/>
                </a:ln>
                <a:solidFill>
                  <a:srgbClr val="FFFFFF"/>
                </a:solidFill>
                <a:effectLst/>
                <a:uLnTx/>
                <a:uFillTx/>
                <a:latin typeface="Calibri"/>
              </a:rPr>
              <a:t>1 / 3</a:t>
            </a:r>
            <a:endParaRPr kumimoji="0" lang="de-DE" sz="1406" b="0" i="0" u="none" strike="noStrike" kern="1200" cap="none" spc="-1" normalizeH="0" baseline="0" noProof="0" dirty="0">
              <a:ln>
                <a:noFill/>
              </a:ln>
              <a:solidFill>
                <a:prstClr val="black"/>
              </a:solidFill>
              <a:effectLst/>
              <a:uLnTx/>
              <a:uFillTx/>
              <a:latin typeface="Arial"/>
            </a:endParaRPr>
          </a:p>
        </p:txBody>
      </p:sp>
    </p:spTree>
    <p:extLst>
      <p:ext uri="{BB962C8B-B14F-4D97-AF65-F5344CB8AC3E}">
        <p14:creationId xmlns:p14="http://schemas.microsoft.com/office/powerpoint/2010/main" val="20540164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Grafik 5"/>
          <p:cNvPicPr>
            <a:picLocks noChangeAspect="1"/>
          </p:cNvPicPr>
          <p:nvPr/>
        </p:nvPicPr>
        <p:blipFill>
          <a:blip r:embed="rId2">
            <a:extLst>
              <a:ext uri="{28A0092B-C50C-407E-A947-70E740481C1C}">
                <a14:useLocalDpi xmlns:a14="http://schemas.microsoft.com/office/drawing/2010/main" val="0"/>
              </a:ext>
            </a:extLst>
          </a:blip>
          <a:srcRect/>
          <a:stretch/>
        </p:blipFill>
        <p:spPr>
          <a:xfrm>
            <a:off x="-567465" y="4401"/>
            <a:ext cx="10428201" cy="6941271"/>
          </a:xfrm>
          <a:prstGeom prst="rect">
            <a:avLst/>
          </a:prstGeom>
        </p:spPr>
      </p:pic>
      <p:sp>
        <p:nvSpPr>
          <p:cNvPr id="8" name="CustomShape 1">
            <a:extLst>
              <a:ext uri="{FF2B5EF4-FFF2-40B4-BE49-F238E27FC236}">
                <a16:creationId xmlns:a16="http://schemas.microsoft.com/office/drawing/2014/main" id="{ADBB904B-28D9-4EDB-8B6A-C11220A28789}"/>
              </a:ext>
            </a:extLst>
          </p:cNvPr>
          <p:cNvSpPr/>
          <p:nvPr/>
        </p:nvSpPr>
        <p:spPr>
          <a:xfrm>
            <a:off x="1039835" y="5719159"/>
            <a:ext cx="7213600" cy="556342"/>
          </a:xfrm>
          <a:prstGeom prst="rect">
            <a:avLst/>
          </a:prstGeom>
          <a:noFill/>
          <a:ln w="0">
            <a:noFill/>
          </a:ln>
        </p:spPr>
        <p:style>
          <a:lnRef idx="0">
            <a:scrgbClr r="0" g="0" b="0"/>
          </a:lnRef>
          <a:fillRef idx="0">
            <a:scrgbClr r="0" g="0" b="0"/>
          </a:fillRef>
          <a:effectRef idx="0">
            <a:scrgbClr r="0" g="0" b="0"/>
          </a:effectRef>
          <a:fontRef idx="minor"/>
        </p:style>
        <p:txBody>
          <a:bodyPr wrap="square" lIns="63281" tIns="31641" rIns="63281" bIns="31641">
            <a:spAutoFit/>
          </a:bodyPr>
          <a:lstStyle/>
          <a:p>
            <a:pPr marL="0" marR="0" lvl="0" indent="0" algn="ctr" defTabSz="642938" rtl="0" eaLnBrk="1" fontAlgn="auto" latinLnBrk="0" hangingPunct="1">
              <a:lnSpc>
                <a:spcPct val="100000"/>
              </a:lnSpc>
              <a:spcBef>
                <a:spcPts val="0"/>
              </a:spcBef>
              <a:spcAft>
                <a:spcPts val="0"/>
              </a:spcAft>
              <a:buClrTx/>
              <a:buSzTx/>
              <a:buFontTx/>
              <a:buNone/>
              <a:tabLst/>
              <a:defRPr/>
            </a:pPr>
            <a:r>
              <a:rPr kumimoji="0" lang="de-DE" sz="3200" b="0" i="0" u="none" strike="noStrike" kern="1200" cap="none" spc="0" normalizeH="0" baseline="0" noProof="0" dirty="0">
                <a:ln>
                  <a:noFill/>
                </a:ln>
                <a:solidFill>
                  <a:prstClr val="white"/>
                </a:solidFill>
                <a:effectLst/>
                <a:uLnTx/>
                <a:uFillTx/>
                <a:latin typeface="Baskerville Old Face" panose="02020602080505020303" pitchFamily="18" charset="0"/>
                <a:ea typeface="+mn-ea"/>
                <a:cs typeface="+mn-cs"/>
              </a:rPr>
              <a:t>Predigt zu Predigtext1</a:t>
            </a:r>
          </a:p>
        </p:txBody>
      </p:sp>
      <p:sp>
        <p:nvSpPr>
          <p:cNvPr id="7" name="CustomShape 1">
            <a:extLst>
              <a:ext uri="{FF2B5EF4-FFF2-40B4-BE49-F238E27FC236}">
                <a16:creationId xmlns:a16="http://schemas.microsoft.com/office/drawing/2014/main" id="{BDE3C581-4929-495C-BAA2-B8D1BB7D1943}"/>
              </a:ext>
            </a:extLst>
          </p:cNvPr>
          <p:cNvSpPr/>
          <p:nvPr/>
        </p:nvSpPr>
        <p:spPr>
          <a:xfrm>
            <a:off x="698749" y="727546"/>
            <a:ext cx="7895772" cy="813721"/>
          </a:xfrm>
          <a:prstGeom prst="rect">
            <a:avLst/>
          </a:prstGeom>
          <a:noFill/>
          <a:ln w="0">
            <a:noFill/>
          </a:ln>
        </p:spPr>
        <p:style>
          <a:lnRef idx="0">
            <a:scrgbClr r="0" g="0" b="0"/>
          </a:lnRef>
          <a:fillRef idx="0">
            <a:scrgbClr r="0" g="0" b="0"/>
          </a:fillRef>
          <a:effectRef idx="0">
            <a:scrgbClr r="0" g="0" b="0"/>
          </a:effectRef>
          <a:fontRef idx="minor"/>
        </p:style>
        <p:txBody>
          <a:bodyPr wrap="square" lIns="63281" tIns="31641" rIns="63281" bIns="31641">
            <a:spAutoFit/>
          </a:bodyPr>
          <a:lstStyle/>
          <a:p>
            <a:pPr marL="0" marR="0" lvl="0" indent="0" algn="ctr" defTabSz="457200" rtl="0" eaLnBrk="1" fontAlgn="auto" latinLnBrk="0" hangingPunct="1">
              <a:lnSpc>
                <a:spcPct val="90000"/>
              </a:lnSpc>
              <a:spcBef>
                <a:spcPts val="0"/>
              </a:spcBef>
              <a:spcAft>
                <a:spcPts val="600"/>
              </a:spcAft>
              <a:buClrTx/>
              <a:buSzTx/>
              <a:buFontTx/>
              <a:buNone/>
              <a:tabLst/>
              <a:defRPr/>
            </a:pPr>
            <a:r>
              <a:rPr kumimoji="0" lang="de-DE" sz="5400" b="0" i="0" u="none" strike="noStrike" kern="1200" cap="none" spc="0" normalizeH="0" baseline="0" noProof="0" dirty="0">
                <a:ln>
                  <a:noFill/>
                </a:ln>
                <a:solidFill>
                  <a:prstClr val="white"/>
                </a:solidFill>
                <a:effectLst/>
                <a:uLnTx/>
                <a:uFillTx/>
                <a:latin typeface="Baskerville Old Face" panose="02020602080505020303" pitchFamily="18" charset="0"/>
                <a:ea typeface="+mn-ea"/>
                <a:cs typeface="+mn-cs"/>
              </a:rPr>
              <a:t>Thema Predigt1</a:t>
            </a:r>
          </a:p>
        </p:txBody>
      </p:sp>
    </p:spTree>
    <p:extLst>
      <p:ext uri="{BB962C8B-B14F-4D97-AF65-F5344CB8AC3E}">
        <p14:creationId xmlns:p14="http://schemas.microsoft.com/office/powerpoint/2010/main" val="35232039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Grafik 5"/>
          <p:cNvPicPr>
            <a:picLocks noChangeAspect="1"/>
          </p:cNvPicPr>
          <p:nvPr/>
        </p:nvPicPr>
        <p:blipFill>
          <a:blip r:embed="rId2">
            <a:extLst>
              <a:ext uri="{28A0092B-C50C-407E-A947-70E740481C1C}">
                <a14:useLocalDpi xmlns:a14="http://schemas.microsoft.com/office/drawing/2010/main" val="0"/>
              </a:ext>
            </a:extLst>
          </a:blip>
          <a:srcRect/>
          <a:stretch/>
        </p:blipFill>
        <p:spPr>
          <a:xfrm>
            <a:off x="-1" y="0"/>
            <a:ext cx="9144001" cy="6858000"/>
          </a:xfrm>
          <a:prstGeom prst="rect">
            <a:avLst/>
          </a:prstGeom>
        </p:spPr>
      </p:pic>
      <p:sp>
        <p:nvSpPr>
          <p:cNvPr id="5" name="Titel 1"/>
          <p:cNvSpPr txBox="1">
            <a:spLocks/>
          </p:cNvSpPr>
          <p:nvPr/>
        </p:nvSpPr>
        <p:spPr>
          <a:xfrm>
            <a:off x="628649" y="428632"/>
            <a:ext cx="7886700" cy="810298"/>
          </a:xfrm>
          <a:prstGeom prst="rect">
            <a:avLst/>
          </a:prstGeom>
        </p:spPr>
        <p:txBody>
          <a:bodyPr vert="horz" lIns="91440" tIns="45720" rIns="91440" bIns="45720" rtlCol="0" anchor="b">
            <a:normAutofit fontScale="9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de-DE" sz="6600" b="0" i="0" u="none" strike="noStrike" kern="1200" cap="none" spc="0" normalizeH="0" baseline="0" noProof="0" dirty="0">
                <a:ln>
                  <a:noFill/>
                </a:ln>
                <a:solidFill>
                  <a:prstClr val="white"/>
                </a:solidFill>
                <a:effectLst/>
                <a:uLnTx/>
                <a:uFillTx/>
                <a:latin typeface="Baskerville Old Face" panose="02020602080505020303" pitchFamily="18" charset="0"/>
                <a:ea typeface="+mj-ea"/>
                <a:cs typeface="+mj-cs"/>
              </a:rPr>
              <a:t>Thema</a:t>
            </a:r>
          </a:p>
        </p:txBody>
      </p:sp>
      <p:sp>
        <p:nvSpPr>
          <p:cNvPr id="8" name="CustomShape 1">
            <a:extLst>
              <a:ext uri="{FF2B5EF4-FFF2-40B4-BE49-F238E27FC236}">
                <a16:creationId xmlns:a16="http://schemas.microsoft.com/office/drawing/2014/main" id="{ADBB904B-28D9-4EDB-8B6A-C11220A28789}"/>
              </a:ext>
            </a:extLst>
          </p:cNvPr>
          <p:cNvSpPr/>
          <p:nvPr/>
        </p:nvSpPr>
        <p:spPr>
          <a:xfrm>
            <a:off x="965199" y="5739719"/>
            <a:ext cx="7213600" cy="689649"/>
          </a:xfrm>
          <a:prstGeom prst="rect">
            <a:avLst/>
          </a:prstGeom>
          <a:noFill/>
          <a:ln w="0">
            <a:noFill/>
          </a:ln>
        </p:spPr>
        <p:style>
          <a:lnRef idx="0">
            <a:scrgbClr r="0" g="0" b="0"/>
          </a:lnRef>
          <a:fillRef idx="0">
            <a:scrgbClr r="0" g="0" b="0"/>
          </a:fillRef>
          <a:effectRef idx="0">
            <a:scrgbClr r="0" g="0" b="0"/>
          </a:effectRef>
          <a:fontRef idx="minor"/>
        </p:style>
        <p:txBody>
          <a:bodyPr wrap="square" lIns="63281" tIns="31641" rIns="63281" bIns="31641">
            <a:spAutoFit/>
          </a:bodyPr>
          <a:lstStyle/>
          <a:p>
            <a:pPr marL="0" marR="0" lvl="0" indent="0" algn="ctr" defTabSz="914400" rtl="0" eaLnBrk="1" fontAlgn="auto" latinLnBrk="0" hangingPunct="1">
              <a:lnSpc>
                <a:spcPct val="70000"/>
              </a:lnSpc>
              <a:spcBef>
                <a:spcPct val="0"/>
              </a:spcBef>
              <a:spcAft>
                <a:spcPts val="0"/>
              </a:spcAft>
              <a:buClrTx/>
              <a:buSzTx/>
              <a:buFontTx/>
              <a:buNone/>
              <a:tabLst/>
              <a:defRPr/>
            </a:pPr>
            <a:r>
              <a:rPr kumimoji="0" lang="de-DE" sz="2800" b="1" i="0" u="none" strike="noStrike" kern="1200" cap="none" spc="0" normalizeH="0" baseline="0" noProof="0" dirty="0">
                <a:ln>
                  <a:noFill/>
                </a:ln>
                <a:solidFill>
                  <a:prstClr val="white"/>
                </a:solidFill>
                <a:effectLst/>
                <a:uLnTx/>
                <a:uFillTx/>
                <a:latin typeface="Baskerville Old Face" panose="02020602080505020303" pitchFamily="18" charset="0"/>
                <a:ea typeface="+mn-ea"/>
                <a:cs typeface="+mn-cs"/>
              </a:rPr>
              <a:t>Gottesdienst am XY.XY.XY </a:t>
            </a:r>
          </a:p>
          <a:p>
            <a:pPr marL="0" marR="0" lvl="0" indent="0" algn="ctr" defTabSz="914400" rtl="0" eaLnBrk="1" fontAlgn="auto" latinLnBrk="0" hangingPunct="1">
              <a:lnSpc>
                <a:spcPct val="70000"/>
              </a:lnSpc>
              <a:spcBef>
                <a:spcPct val="0"/>
              </a:spcBef>
              <a:spcAft>
                <a:spcPts val="0"/>
              </a:spcAft>
              <a:buClrTx/>
              <a:buSzTx/>
              <a:buFontTx/>
              <a:buNone/>
              <a:tabLst/>
              <a:defRPr/>
            </a:pPr>
            <a:r>
              <a:rPr kumimoji="0" lang="de-DE" sz="2800" b="1" i="0" u="none" strike="noStrike" kern="1200" cap="none" spc="0" normalizeH="0" baseline="0" noProof="0" dirty="0">
                <a:ln>
                  <a:noFill/>
                </a:ln>
                <a:solidFill>
                  <a:prstClr val="white"/>
                </a:solidFill>
                <a:effectLst/>
                <a:uLnTx/>
                <a:uFillTx/>
                <a:latin typeface="Baskerville Old Face" panose="02020602080505020303" pitchFamily="18" charset="0"/>
                <a:ea typeface="+mn-ea"/>
                <a:cs typeface="+mn-cs"/>
              </a:rPr>
              <a:t>Name des Sonntags</a:t>
            </a:r>
          </a:p>
        </p:txBody>
      </p:sp>
    </p:spTree>
    <p:extLst>
      <p:ext uri="{BB962C8B-B14F-4D97-AF65-F5344CB8AC3E}">
        <p14:creationId xmlns:p14="http://schemas.microsoft.com/office/powerpoint/2010/main" val="35552916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ormAutofit/>
          </a:bodyPr>
          <a:lstStyle/>
          <a:p>
            <a:r>
              <a:rPr lang="de-DE" dirty="0"/>
              <a:t>Lied:</a:t>
            </a:r>
          </a:p>
        </p:txBody>
      </p:sp>
      <p:sp>
        <p:nvSpPr>
          <p:cNvPr id="3" name="Datumsplatzhalter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de-DE" sz="1400" b="0" i="0" u="none" strike="noStrike" kern="1200" cap="none" spc="0" normalizeH="0" baseline="0" noProof="0" dirty="0">
                <a:ln>
                  <a:noFill/>
                </a:ln>
                <a:solidFill>
                  <a:srgbClr val="FFFFFF"/>
                </a:solidFill>
                <a:effectLst/>
                <a:uLnTx/>
                <a:uFillTx/>
                <a:latin typeface="Arial" charset="0"/>
                <a:ea typeface="+mn-ea"/>
                <a:cs typeface="Arial" charset="0"/>
              </a:rPr>
              <a:t>FJ1 4</a:t>
            </a:r>
          </a:p>
        </p:txBody>
      </p:sp>
      <p:sp>
        <p:nvSpPr>
          <p:cNvPr id="4" name="Fußzeilenplatzhalter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de-DE" sz="900" b="0" i="0" u="none" strike="noStrike" kern="1200" cap="all" spc="0" normalizeH="0" baseline="0" noProof="0" dirty="0">
                <a:ln>
                  <a:noFill/>
                </a:ln>
                <a:solidFill>
                  <a:srgbClr val="FFFFFF"/>
                </a:solidFill>
                <a:effectLst/>
                <a:uLnTx/>
                <a:uFillTx/>
                <a:latin typeface="Arial" charset="0"/>
                <a:ea typeface="+mn-ea"/>
                <a:cs typeface="Arial" charset="0"/>
              </a:rPr>
              <a:t>Text und Melodie: Robert Lowry</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de-DE" sz="900" b="0" i="0" u="none" strike="noStrike" kern="1200" cap="all" spc="0" normalizeH="0" baseline="0" noProof="0" dirty="0">
                <a:ln>
                  <a:noFill/>
                </a:ln>
                <a:solidFill>
                  <a:srgbClr val="FFFFFF"/>
                </a:solidFill>
                <a:effectLst/>
                <a:uLnTx/>
                <a:uFillTx/>
                <a:latin typeface="Arial" charset="0"/>
                <a:ea typeface="+mn-ea"/>
                <a:cs typeface="Arial" charset="0"/>
              </a:rPr>
              <a:t>Deutsch: Thomas van Doreen</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de-DE" sz="900" b="0" i="0" u="none" strike="noStrike" kern="1200" cap="all" spc="0" normalizeH="0" baseline="0" noProof="0" dirty="0">
                <a:ln>
                  <a:noFill/>
                </a:ln>
                <a:solidFill>
                  <a:srgbClr val="FFFFFF"/>
                </a:solidFill>
                <a:effectLst/>
                <a:uLnTx/>
                <a:uFillTx/>
                <a:latin typeface="Arial" charset="0"/>
                <a:ea typeface="+mn-ea"/>
                <a:cs typeface="Arial" charset="0"/>
              </a:rPr>
              <a:t>Rechte: Hänssler-Verlag, Neuhausen-Stuttgart</a:t>
            </a:r>
          </a:p>
        </p:txBody>
      </p:sp>
      <p:sp>
        <p:nvSpPr>
          <p:cNvPr id="5" name="Foliennummernplatzhalter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de-DE" sz="1400" b="0" i="0" u="none" strike="noStrike" kern="1200" cap="none" spc="0" normalizeH="0" baseline="0" noProof="0" dirty="0">
                <a:ln>
                  <a:noFill/>
                </a:ln>
                <a:solidFill>
                  <a:srgbClr val="FFFFFF"/>
                </a:solidFill>
                <a:effectLst/>
                <a:uLnTx/>
                <a:uFillTx/>
                <a:latin typeface="Arial" charset="0"/>
                <a:ea typeface="+mn-ea"/>
                <a:cs typeface="Arial" charset="0"/>
              </a:rPr>
              <a:t>1/1</a:t>
            </a:r>
          </a:p>
        </p:txBody>
      </p:sp>
      <p:sp>
        <p:nvSpPr>
          <p:cNvPr id="6" name="Inhaltsplatzhalter 5"/>
          <p:cNvSpPr>
            <a:spLocks noGrp="1"/>
          </p:cNvSpPr>
          <p:nvPr>
            <p:ph idx="1"/>
          </p:nvPr>
        </p:nvSpPr>
        <p:spPr/>
        <p:txBody>
          <a:bodyPr/>
          <a:lstStyle/>
          <a:p>
            <a:r>
              <a:rPr lang="de-DE" dirty="0"/>
              <a:t>Lied4</a:t>
            </a:r>
          </a:p>
        </p:txBody>
      </p:sp>
    </p:spTree>
    <p:extLst>
      <p:ext uri="{BB962C8B-B14F-4D97-AF65-F5344CB8AC3E}">
        <p14:creationId xmlns:p14="http://schemas.microsoft.com/office/powerpoint/2010/main" val="2721818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Grafik 5"/>
          <p:cNvPicPr>
            <a:picLocks noChangeAspect="1"/>
          </p:cNvPicPr>
          <p:nvPr/>
        </p:nvPicPr>
        <p:blipFill>
          <a:blip r:embed="rId2">
            <a:extLst>
              <a:ext uri="{28A0092B-C50C-407E-A947-70E740481C1C}">
                <a14:useLocalDpi xmlns:a14="http://schemas.microsoft.com/office/drawing/2010/main" val="0"/>
              </a:ext>
            </a:extLst>
          </a:blip>
          <a:srcRect/>
          <a:stretch/>
        </p:blipFill>
        <p:spPr>
          <a:xfrm>
            <a:off x="-1" y="0"/>
            <a:ext cx="9144001" cy="6858000"/>
          </a:xfrm>
          <a:prstGeom prst="rect">
            <a:avLst/>
          </a:prstGeom>
        </p:spPr>
      </p:pic>
      <p:sp>
        <p:nvSpPr>
          <p:cNvPr id="5" name="Titel 1"/>
          <p:cNvSpPr txBox="1">
            <a:spLocks/>
          </p:cNvSpPr>
          <p:nvPr/>
        </p:nvSpPr>
        <p:spPr>
          <a:xfrm>
            <a:off x="628649" y="428632"/>
            <a:ext cx="7886700" cy="810298"/>
          </a:xfrm>
          <a:prstGeom prst="rect">
            <a:avLst/>
          </a:prstGeom>
        </p:spPr>
        <p:txBody>
          <a:bodyPr vert="horz" lIns="91440" tIns="45720" rIns="91440" bIns="45720" rtlCol="0" anchor="b">
            <a:normAutofit fontScale="9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de-DE" sz="6600" b="0" i="0" u="none" strike="noStrike" kern="1200" cap="none" spc="0" normalizeH="0" baseline="0" noProof="0" dirty="0">
                <a:ln>
                  <a:noFill/>
                </a:ln>
                <a:solidFill>
                  <a:prstClr val="white"/>
                </a:solidFill>
                <a:effectLst/>
                <a:uLnTx/>
                <a:uFillTx/>
                <a:latin typeface="Baskerville Old Face" panose="02020602080505020303" pitchFamily="18" charset="0"/>
                <a:ea typeface="+mj-ea"/>
                <a:cs typeface="+mj-cs"/>
              </a:rPr>
              <a:t>Thema</a:t>
            </a:r>
          </a:p>
        </p:txBody>
      </p:sp>
      <p:sp>
        <p:nvSpPr>
          <p:cNvPr id="8" name="CustomShape 1">
            <a:extLst>
              <a:ext uri="{FF2B5EF4-FFF2-40B4-BE49-F238E27FC236}">
                <a16:creationId xmlns:a16="http://schemas.microsoft.com/office/drawing/2014/main" id="{ADBB904B-28D9-4EDB-8B6A-C11220A28789}"/>
              </a:ext>
            </a:extLst>
          </p:cNvPr>
          <p:cNvSpPr/>
          <p:nvPr/>
        </p:nvSpPr>
        <p:spPr>
          <a:xfrm>
            <a:off x="965199" y="5739719"/>
            <a:ext cx="7213600" cy="689649"/>
          </a:xfrm>
          <a:prstGeom prst="rect">
            <a:avLst/>
          </a:prstGeom>
          <a:noFill/>
          <a:ln w="0">
            <a:noFill/>
          </a:ln>
        </p:spPr>
        <p:style>
          <a:lnRef idx="0">
            <a:scrgbClr r="0" g="0" b="0"/>
          </a:lnRef>
          <a:fillRef idx="0">
            <a:scrgbClr r="0" g="0" b="0"/>
          </a:fillRef>
          <a:effectRef idx="0">
            <a:scrgbClr r="0" g="0" b="0"/>
          </a:effectRef>
          <a:fontRef idx="minor"/>
        </p:style>
        <p:txBody>
          <a:bodyPr wrap="square" lIns="63281" tIns="31641" rIns="63281" bIns="31641">
            <a:spAutoFit/>
          </a:bodyPr>
          <a:lstStyle/>
          <a:p>
            <a:pPr marL="0" marR="0" lvl="0" indent="0" algn="ctr" defTabSz="914400" rtl="0" eaLnBrk="1" fontAlgn="auto" latinLnBrk="0" hangingPunct="1">
              <a:lnSpc>
                <a:spcPct val="70000"/>
              </a:lnSpc>
              <a:spcBef>
                <a:spcPct val="0"/>
              </a:spcBef>
              <a:spcAft>
                <a:spcPts val="0"/>
              </a:spcAft>
              <a:buClrTx/>
              <a:buSzTx/>
              <a:buFontTx/>
              <a:buNone/>
              <a:tabLst/>
              <a:defRPr/>
            </a:pPr>
            <a:r>
              <a:rPr kumimoji="0" lang="de-DE" sz="2800" b="1" i="0" u="none" strike="noStrike" kern="1200" cap="none" spc="0" normalizeH="0" baseline="0" noProof="0" dirty="0">
                <a:ln>
                  <a:noFill/>
                </a:ln>
                <a:solidFill>
                  <a:prstClr val="white"/>
                </a:solidFill>
                <a:effectLst/>
                <a:uLnTx/>
                <a:uFillTx/>
                <a:latin typeface="Baskerville Old Face" panose="02020602080505020303" pitchFamily="18" charset="0"/>
                <a:ea typeface="+mn-ea"/>
                <a:cs typeface="+mn-cs"/>
              </a:rPr>
              <a:t>Gottesdienst am XY.XY.XY </a:t>
            </a:r>
          </a:p>
          <a:p>
            <a:pPr marL="0" marR="0" lvl="0" indent="0" algn="ctr" defTabSz="914400" rtl="0" eaLnBrk="1" fontAlgn="auto" latinLnBrk="0" hangingPunct="1">
              <a:lnSpc>
                <a:spcPct val="70000"/>
              </a:lnSpc>
              <a:spcBef>
                <a:spcPct val="0"/>
              </a:spcBef>
              <a:spcAft>
                <a:spcPts val="0"/>
              </a:spcAft>
              <a:buClrTx/>
              <a:buSzTx/>
              <a:buFontTx/>
              <a:buNone/>
              <a:tabLst/>
              <a:defRPr/>
            </a:pPr>
            <a:r>
              <a:rPr kumimoji="0" lang="de-DE" sz="2800" b="1" i="0" u="none" strike="noStrike" kern="1200" cap="none" spc="0" normalizeH="0" baseline="0" noProof="0" dirty="0">
                <a:ln>
                  <a:noFill/>
                </a:ln>
                <a:solidFill>
                  <a:prstClr val="white"/>
                </a:solidFill>
                <a:effectLst/>
                <a:uLnTx/>
                <a:uFillTx/>
                <a:latin typeface="Baskerville Old Face" panose="02020602080505020303" pitchFamily="18" charset="0"/>
                <a:ea typeface="+mn-ea"/>
                <a:cs typeface="+mn-cs"/>
              </a:rPr>
              <a:t>Name des Sonntags</a:t>
            </a:r>
          </a:p>
        </p:txBody>
      </p:sp>
    </p:spTree>
    <p:extLst>
      <p:ext uri="{BB962C8B-B14F-4D97-AF65-F5344CB8AC3E}">
        <p14:creationId xmlns:p14="http://schemas.microsoft.com/office/powerpoint/2010/main" val="39401132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Grafik 5"/>
          <p:cNvPicPr>
            <a:picLocks noChangeAspect="1"/>
          </p:cNvPicPr>
          <p:nvPr/>
        </p:nvPicPr>
        <p:blipFill>
          <a:blip r:embed="rId2">
            <a:extLst>
              <a:ext uri="{28A0092B-C50C-407E-A947-70E740481C1C}">
                <a14:useLocalDpi xmlns:a14="http://schemas.microsoft.com/office/drawing/2010/main" val="0"/>
              </a:ext>
            </a:extLst>
          </a:blip>
          <a:srcRect/>
          <a:stretch/>
        </p:blipFill>
        <p:spPr>
          <a:xfrm>
            <a:off x="0" y="1"/>
            <a:ext cx="9144000" cy="6858000"/>
          </a:xfrm>
          <a:prstGeom prst="rect">
            <a:avLst/>
          </a:prstGeom>
        </p:spPr>
      </p:pic>
      <p:sp>
        <p:nvSpPr>
          <p:cNvPr id="5" name="Titel 1"/>
          <p:cNvSpPr txBox="1">
            <a:spLocks/>
          </p:cNvSpPr>
          <p:nvPr/>
        </p:nvSpPr>
        <p:spPr>
          <a:xfrm>
            <a:off x="628650" y="340143"/>
            <a:ext cx="7886700" cy="132556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de-DE" sz="5400" dirty="0">
                <a:solidFill>
                  <a:prstClr val="white"/>
                </a:solidFill>
                <a:latin typeface="Baskerville Old Face" panose="02020602080505020303" pitchFamily="18" charset="0"/>
                <a:ea typeface="+mn-ea"/>
                <a:cs typeface="+mn-cs"/>
              </a:rPr>
              <a:t>Gebetszeit</a:t>
            </a:r>
          </a:p>
        </p:txBody>
      </p:sp>
    </p:spTree>
    <p:extLst>
      <p:ext uri="{BB962C8B-B14F-4D97-AF65-F5344CB8AC3E}">
        <p14:creationId xmlns:p14="http://schemas.microsoft.com/office/powerpoint/2010/main" val="4974485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Grafik 5"/>
          <p:cNvPicPr>
            <a:picLocks noChangeAspect="1"/>
          </p:cNvPicPr>
          <p:nvPr/>
        </p:nvPicPr>
        <p:blipFill>
          <a:blip r:embed="rId2">
            <a:extLst>
              <a:ext uri="{28A0092B-C50C-407E-A947-70E740481C1C}">
                <a14:useLocalDpi xmlns:a14="http://schemas.microsoft.com/office/drawing/2010/main" val="0"/>
              </a:ext>
            </a:extLst>
          </a:blip>
          <a:srcRect/>
          <a:stretch/>
        </p:blipFill>
        <p:spPr>
          <a:xfrm>
            <a:off x="-1" y="0"/>
            <a:ext cx="9144001" cy="6858000"/>
          </a:xfrm>
          <a:prstGeom prst="rect">
            <a:avLst/>
          </a:prstGeom>
        </p:spPr>
      </p:pic>
      <p:sp>
        <p:nvSpPr>
          <p:cNvPr id="5" name="Titel 1"/>
          <p:cNvSpPr txBox="1">
            <a:spLocks/>
          </p:cNvSpPr>
          <p:nvPr/>
        </p:nvSpPr>
        <p:spPr>
          <a:xfrm>
            <a:off x="628649" y="428632"/>
            <a:ext cx="7886700" cy="810298"/>
          </a:xfrm>
          <a:prstGeom prst="rect">
            <a:avLst/>
          </a:prstGeom>
        </p:spPr>
        <p:txBody>
          <a:bodyPr vert="horz" lIns="91440" tIns="45720" rIns="91440" bIns="45720" rtlCol="0" anchor="b">
            <a:normAutofit fontScale="9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de-DE" sz="6600" b="0" i="0" u="none" strike="noStrike" kern="1200" cap="none" spc="0" normalizeH="0" baseline="0" noProof="0" dirty="0">
                <a:ln>
                  <a:noFill/>
                </a:ln>
                <a:solidFill>
                  <a:prstClr val="white"/>
                </a:solidFill>
                <a:effectLst/>
                <a:uLnTx/>
                <a:uFillTx/>
                <a:latin typeface="Baskerville Old Face" panose="02020602080505020303" pitchFamily="18" charset="0"/>
                <a:ea typeface="+mj-ea"/>
                <a:cs typeface="+mj-cs"/>
              </a:rPr>
              <a:t>Thema</a:t>
            </a:r>
          </a:p>
        </p:txBody>
      </p:sp>
      <p:sp>
        <p:nvSpPr>
          <p:cNvPr id="8" name="CustomShape 1">
            <a:extLst>
              <a:ext uri="{FF2B5EF4-FFF2-40B4-BE49-F238E27FC236}">
                <a16:creationId xmlns:a16="http://schemas.microsoft.com/office/drawing/2014/main" id="{ADBB904B-28D9-4EDB-8B6A-C11220A28789}"/>
              </a:ext>
            </a:extLst>
          </p:cNvPr>
          <p:cNvSpPr/>
          <p:nvPr/>
        </p:nvSpPr>
        <p:spPr>
          <a:xfrm>
            <a:off x="965199" y="5739719"/>
            <a:ext cx="7213600" cy="689649"/>
          </a:xfrm>
          <a:prstGeom prst="rect">
            <a:avLst/>
          </a:prstGeom>
          <a:noFill/>
          <a:ln w="0">
            <a:noFill/>
          </a:ln>
        </p:spPr>
        <p:style>
          <a:lnRef idx="0">
            <a:scrgbClr r="0" g="0" b="0"/>
          </a:lnRef>
          <a:fillRef idx="0">
            <a:scrgbClr r="0" g="0" b="0"/>
          </a:fillRef>
          <a:effectRef idx="0">
            <a:scrgbClr r="0" g="0" b="0"/>
          </a:effectRef>
          <a:fontRef idx="minor"/>
        </p:style>
        <p:txBody>
          <a:bodyPr wrap="square" lIns="63281" tIns="31641" rIns="63281" bIns="31641">
            <a:spAutoFit/>
          </a:bodyPr>
          <a:lstStyle/>
          <a:p>
            <a:pPr marL="0" marR="0" lvl="0" indent="0" algn="ctr" defTabSz="914400" rtl="0" eaLnBrk="1" fontAlgn="auto" latinLnBrk="0" hangingPunct="1">
              <a:lnSpc>
                <a:spcPct val="70000"/>
              </a:lnSpc>
              <a:spcBef>
                <a:spcPct val="0"/>
              </a:spcBef>
              <a:spcAft>
                <a:spcPts val="0"/>
              </a:spcAft>
              <a:buClrTx/>
              <a:buSzTx/>
              <a:buFontTx/>
              <a:buNone/>
              <a:tabLst/>
              <a:defRPr/>
            </a:pPr>
            <a:r>
              <a:rPr kumimoji="0" lang="de-DE" sz="2800" b="1" i="0" u="none" strike="noStrike" kern="1200" cap="none" spc="0" normalizeH="0" baseline="0" noProof="0" dirty="0">
                <a:ln>
                  <a:noFill/>
                </a:ln>
                <a:solidFill>
                  <a:prstClr val="white"/>
                </a:solidFill>
                <a:effectLst/>
                <a:uLnTx/>
                <a:uFillTx/>
                <a:latin typeface="Baskerville Old Face" panose="02020602080505020303" pitchFamily="18" charset="0"/>
                <a:ea typeface="+mn-ea"/>
                <a:cs typeface="+mn-cs"/>
              </a:rPr>
              <a:t>Gottesdienst am XY.XY.XY </a:t>
            </a:r>
          </a:p>
          <a:p>
            <a:pPr marL="0" marR="0" lvl="0" indent="0" algn="ctr" defTabSz="914400" rtl="0" eaLnBrk="1" fontAlgn="auto" latinLnBrk="0" hangingPunct="1">
              <a:lnSpc>
                <a:spcPct val="70000"/>
              </a:lnSpc>
              <a:spcBef>
                <a:spcPct val="0"/>
              </a:spcBef>
              <a:spcAft>
                <a:spcPts val="0"/>
              </a:spcAft>
              <a:buClrTx/>
              <a:buSzTx/>
              <a:buFontTx/>
              <a:buNone/>
              <a:tabLst/>
              <a:defRPr/>
            </a:pPr>
            <a:r>
              <a:rPr kumimoji="0" lang="de-DE" sz="2800" b="1" i="0" u="none" strike="noStrike" kern="1200" cap="none" spc="0" normalizeH="0" baseline="0" noProof="0" dirty="0">
                <a:ln>
                  <a:noFill/>
                </a:ln>
                <a:solidFill>
                  <a:prstClr val="white"/>
                </a:solidFill>
                <a:effectLst/>
                <a:uLnTx/>
                <a:uFillTx/>
                <a:latin typeface="Baskerville Old Face" panose="02020602080505020303" pitchFamily="18" charset="0"/>
                <a:ea typeface="+mn-ea"/>
                <a:cs typeface="+mn-cs"/>
              </a:rPr>
              <a:t>Name des Sonntags</a:t>
            </a:r>
          </a:p>
        </p:txBody>
      </p:sp>
    </p:spTree>
    <p:extLst>
      <p:ext uri="{BB962C8B-B14F-4D97-AF65-F5344CB8AC3E}">
        <p14:creationId xmlns:p14="http://schemas.microsoft.com/office/powerpoint/2010/main" val="3016959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ormAutofit/>
          </a:bodyPr>
          <a:lstStyle/>
          <a:p>
            <a:r>
              <a:rPr lang="de-DE" dirty="0"/>
              <a:t>Lied:</a:t>
            </a:r>
          </a:p>
        </p:txBody>
      </p:sp>
      <p:sp>
        <p:nvSpPr>
          <p:cNvPr id="3" name="Datumsplatzhalter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de-DE" sz="1400" b="0" i="0" u="none" strike="noStrike" kern="1200" cap="none" spc="0" normalizeH="0" baseline="0" noProof="0" dirty="0">
                <a:ln>
                  <a:noFill/>
                </a:ln>
                <a:solidFill>
                  <a:srgbClr val="FFFFFF"/>
                </a:solidFill>
                <a:effectLst/>
                <a:uLnTx/>
                <a:uFillTx/>
                <a:latin typeface="Arial" charset="0"/>
                <a:ea typeface="+mn-ea"/>
                <a:cs typeface="Arial" charset="0"/>
              </a:rPr>
              <a:t>FJ1 4</a:t>
            </a:r>
          </a:p>
        </p:txBody>
      </p:sp>
      <p:sp>
        <p:nvSpPr>
          <p:cNvPr id="4" name="Fußzeilenplatzhalter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de-DE" sz="900" b="0" i="0" u="none" strike="noStrike" kern="1200" cap="all" spc="0" normalizeH="0" baseline="0" noProof="0" dirty="0">
                <a:ln>
                  <a:noFill/>
                </a:ln>
                <a:solidFill>
                  <a:srgbClr val="FFFFFF"/>
                </a:solidFill>
                <a:effectLst/>
                <a:uLnTx/>
                <a:uFillTx/>
                <a:latin typeface="Arial" charset="0"/>
                <a:ea typeface="+mn-ea"/>
                <a:cs typeface="Arial" charset="0"/>
              </a:rPr>
              <a:t>Text und Melodie: Robert Lowry</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de-DE" sz="900" b="0" i="0" u="none" strike="noStrike" kern="1200" cap="all" spc="0" normalizeH="0" baseline="0" noProof="0" dirty="0">
                <a:ln>
                  <a:noFill/>
                </a:ln>
                <a:solidFill>
                  <a:srgbClr val="FFFFFF"/>
                </a:solidFill>
                <a:effectLst/>
                <a:uLnTx/>
                <a:uFillTx/>
                <a:latin typeface="Arial" charset="0"/>
                <a:ea typeface="+mn-ea"/>
                <a:cs typeface="Arial" charset="0"/>
              </a:rPr>
              <a:t>Deutsch: Thomas van Doreen</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de-DE" sz="900" b="0" i="0" u="none" strike="noStrike" kern="1200" cap="all" spc="0" normalizeH="0" baseline="0" noProof="0" dirty="0">
                <a:ln>
                  <a:noFill/>
                </a:ln>
                <a:solidFill>
                  <a:srgbClr val="FFFFFF"/>
                </a:solidFill>
                <a:effectLst/>
                <a:uLnTx/>
                <a:uFillTx/>
                <a:latin typeface="Arial" charset="0"/>
                <a:ea typeface="+mn-ea"/>
                <a:cs typeface="Arial" charset="0"/>
              </a:rPr>
              <a:t>Rechte: Hänssler-Verlag, Neuhausen-Stuttgart</a:t>
            </a:r>
          </a:p>
        </p:txBody>
      </p:sp>
      <p:sp>
        <p:nvSpPr>
          <p:cNvPr id="5" name="Foliennummernplatzhalter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de-DE" sz="1400" b="0" i="0" u="none" strike="noStrike" kern="1200" cap="none" spc="0" normalizeH="0" baseline="0" noProof="0" dirty="0">
                <a:ln>
                  <a:noFill/>
                </a:ln>
                <a:solidFill>
                  <a:srgbClr val="FFFFFF"/>
                </a:solidFill>
                <a:effectLst/>
                <a:uLnTx/>
                <a:uFillTx/>
                <a:latin typeface="Arial" charset="0"/>
                <a:ea typeface="+mn-ea"/>
                <a:cs typeface="Arial" charset="0"/>
              </a:rPr>
              <a:t>1/1</a:t>
            </a:r>
          </a:p>
        </p:txBody>
      </p:sp>
      <p:sp>
        <p:nvSpPr>
          <p:cNvPr id="6" name="Inhaltsplatzhalter 5"/>
          <p:cNvSpPr>
            <a:spLocks noGrp="1"/>
          </p:cNvSpPr>
          <p:nvPr>
            <p:ph idx="1"/>
          </p:nvPr>
        </p:nvSpPr>
        <p:spPr/>
        <p:txBody>
          <a:bodyPr/>
          <a:lstStyle/>
          <a:p>
            <a:r>
              <a:rPr lang="de-DE" dirty="0"/>
              <a:t>Lied5</a:t>
            </a:r>
          </a:p>
        </p:txBody>
      </p:sp>
    </p:spTree>
    <p:extLst>
      <p:ext uri="{BB962C8B-B14F-4D97-AF65-F5344CB8AC3E}">
        <p14:creationId xmlns:p14="http://schemas.microsoft.com/office/powerpoint/2010/main" val="1867741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Grafik 5"/>
          <p:cNvPicPr>
            <a:picLocks noChangeAspect="1"/>
          </p:cNvPicPr>
          <p:nvPr/>
        </p:nvPicPr>
        <p:blipFill>
          <a:blip r:embed="rId2">
            <a:extLst>
              <a:ext uri="{28A0092B-C50C-407E-A947-70E740481C1C}">
                <a14:useLocalDpi xmlns:a14="http://schemas.microsoft.com/office/drawing/2010/main" val="0"/>
              </a:ext>
            </a:extLst>
          </a:blip>
          <a:srcRect/>
          <a:stretch/>
        </p:blipFill>
        <p:spPr>
          <a:xfrm>
            <a:off x="-1" y="0"/>
            <a:ext cx="9144001" cy="6858000"/>
          </a:xfrm>
          <a:prstGeom prst="rect">
            <a:avLst/>
          </a:prstGeom>
        </p:spPr>
      </p:pic>
      <p:sp>
        <p:nvSpPr>
          <p:cNvPr id="5" name="Titel 1"/>
          <p:cNvSpPr txBox="1">
            <a:spLocks/>
          </p:cNvSpPr>
          <p:nvPr/>
        </p:nvSpPr>
        <p:spPr>
          <a:xfrm>
            <a:off x="628649" y="428632"/>
            <a:ext cx="7886700" cy="810298"/>
          </a:xfrm>
          <a:prstGeom prst="rect">
            <a:avLst/>
          </a:prstGeom>
        </p:spPr>
        <p:txBody>
          <a:bodyPr vert="horz" lIns="91440" tIns="45720" rIns="91440" bIns="45720" rtlCol="0" anchor="b">
            <a:normAutofit fontScale="9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de-DE" sz="6600" b="0" i="0" u="none" strike="noStrike" kern="1200" cap="none" spc="0" normalizeH="0" baseline="0" noProof="0" dirty="0">
                <a:ln>
                  <a:noFill/>
                </a:ln>
                <a:solidFill>
                  <a:prstClr val="white"/>
                </a:solidFill>
                <a:effectLst/>
                <a:uLnTx/>
                <a:uFillTx/>
                <a:latin typeface="Baskerville Old Face" panose="02020602080505020303" pitchFamily="18" charset="0"/>
                <a:ea typeface="+mj-ea"/>
                <a:cs typeface="+mj-cs"/>
              </a:rPr>
              <a:t>Thema</a:t>
            </a:r>
          </a:p>
        </p:txBody>
      </p:sp>
      <p:sp>
        <p:nvSpPr>
          <p:cNvPr id="8" name="CustomShape 1">
            <a:extLst>
              <a:ext uri="{FF2B5EF4-FFF2-40B4-BE49-F238E27FC236}">
                <a16:creationId xmlns:a16="http://schemas.microsoft.com/office/drawing/2014/main" id="{ADBB904B-28D9-4EDB-8B6A-C11220A28789}"/>
              </a:ext>
            </a:extLst>
          </p:cNvPr>
          <p:cNvSpPr/>
          <p:nvPr/>
        </p:nvSpPr>
        <p:spPr>
          <a:xfrm>
            <a:off x="965199" y="5739719"/>
            <a:ext cx="7213600" cy="689649"/>
          </a:xfrm>
          <a:prstGeom prst="rect">
            <a:avLst/>
          </a:prstGeom>
          <a:noFill/>
          <a:ln w="0">
            <a:noFill/>
          </a:ln>
        </p:spPr>
        <p:style>
          <a:lnRef idx="0">
            <a:scrgbClr r="0" g="0" b="0"/>
          </a:lnRef>
          <a:fillRef idx="0">
            <a:scrgbClr r="0" g="0" b="0"/>
          </a:fillRef>
          <a:effectRef idx="0">
            <a:scrgbClr r="0" g="0" b="0"/>
          </a:effectRef>
          <a:fontRef idx="minor"/>
        </p:style>
        <p:txBody>
          <a:bodyPr wrap="square" lIns="63281" tIns="31641" rIns="63281" bIns="31641">
            <a:spAutoFit/>
          </a:bodyPr>
          <a:lstStyle/>
          <a:p>
            <a:pPr marL="0" marR="0" lvl="0" indent="0" algn="ctr" defTabSz="914400" rtl="0" eaLnBrk="1" fontAlgn="auto" latinLnBrk="0" hangingPunct="1">
              <a:lnSpc>
                <a:spcPct val="70000"/>
              </a:lnSpc>
              <a:spcBef>
                <a:spcPct val="0"/>
              </a:spcBef>
              <a:spcAft>
                <a:spcPts val="0"/>
              </a:spcAft>
              <a:buClrTx/>
              <a:buSzTx/>
              <a:buFontTx/>
              <a:buNone/>
              <a:tabLst/>
              <a:defRPr/>
            </a:pPr>
            <a:r>
              <a:rPr kumimoji="0" lang="de-DE" sz="2800" b="1" i="0" u="none" strike="noStrike" kern="1200" cap="none" spc="0" normalizeH="0" baseline="0" noProof="0" dirty="0">
                <a:ln>
                  <a:noFill/>
                </a:ln>
                <a:solidFill>
                  <a:prstClr val="white"/>
                </a:solidFill>
                <a:effectLst/>
                <a:uLnTx/>
                <a:uFillTx/>
                <a:latin typeface="Baskerville Old Face" panose="02020602080505020303" pitchFamily="18" charset="0"/>
                <a:ea typeface="+mn-ea"/>
                <a:cs typeface="+mn-cs"/>
              </a:rPr>
              <a:t>Gottesdienst am XY.XY.XY </a:t>
            </a:r>
          </a:p>
          <a:p>
            <a:pPr marL="0" marR="0" lvl="0" indent="0" algn="ctr" defTabSz="914400" rtl="0" eaLnBrk="1" fontAlgn="auto" latinLnBrk="0" hangingPunct="1">
              <a:lnSpc>
                <a:spcPct val="70000"/>
              </a:lnSpc>
              <a:spcBef>
                <a:spcPct val="0"/>
              </a:spcBef>
              <a:spcAft>
                <a:spcPts val="0"/>
              </a:spcAft>
              <a:buClrTx/>
              <a:buSzTx/>
              <a:buFontTx/>
              <a:buNone/>
              <a:tabLst/>
              <a:defRPr/>
            </a:pPr>
            <a:r>
              <a:rPr kumimoji="0" lang="de-DE" sz="2800" b="1" i="0" u="none" strike="noStrike" kern="1200" cap="none" spc="0" normalizeH="0" baseline="0" noProof="0" dirty="0">
                <a:ln>
                  <a:noFill/>
                </a:ln>
                <a:solidFill>
                  <a:prstClr val="white"/>
                </a:solidFill>
                <a:effectLst/>
                <a:uLnTx/>
                <a:uFillTx/>
                <a:latin typeface="Baskerville Old Face" panose="02020602080505020303" pitchFamily="18" charset="0"/>
                <a:ea typeface="+mn-ea"/>
                <a:cs typeface="+mn-cs"/>
              </a:rPr>
              <a:t>Name des Sonntags</a:t>
            </a:r>
          </a:p>
        </p:txBody>
      </p:sp>
    </p:spTree>
    <p:extLst>
      <p:ext uri="{BB962C8B-B14F-4D97-AF65-F5344CB8AC3E}">
        <p14:creationId xmlns:p14="http://schemas.microsoft.com/office/powerpoint/2010/main" val="37201373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Grafik 5"/>
          <p:cNvPicPr>
            <a:picLocks noChangeAspect="1"/>
          </p:cNvPicPr>
          <p:nvPr/>
        </p:nvPicPr>
        <p:blipFill>
          <a:blip r:embed="rId2">
            <a:extLst>
              <a:ext uri="{28A0092B-C50C-407E-A947-70E740481C1C}">
                <a14:useLocalDpi xmlns:a14="http://schemas.microsoft.com/office/drawing/2010/main" val="0"/>
              </a:ext>
            </a:extLst>
          </a:blip>
          <a:srcRect/>
          <a:stretch/>
        </p:blipFill>
        <p:spPr>
          <a:xfrm>
            <a:off x="-567465" y="4401"/>
            <a:ext cx="10428201" cy="6941271"/>
          </a:xfrm>
          <a:prstGeom prst="rect">
            <a:avLst/>
          </a:prstGeom>
        </p:spPr>
      </p:pic>
      <p:sp>
        <p:nvSpPr>
          <p:cNvPr id="8" name="CustomShape 1">
            <a:extLst>
              <a:ext uri="{FF2B5EF4-FFF2-40B4-BE49-F238E27FC236}">
                <a16:creationId xmlns:a16="http://schemas.microsoft.com/office/drawing/2014/main" id="{ADBB904B-28D9-4EDB-8B6A-C11220A28789}"/>
              </a:ext>
            </a:extLst>
          </p:cNvPr>
          <p:cNvSpPr/>
          <p:nvPr/>
        </p:nvSpPr>
        <p:spPr>
          <a:xfrm>
            <a:off x="1039835" y="5719159"/>
            <a:ext cx="7213600" cy="508189"/>
          </a:xfrm>
          <a:prstGeom prst="rect">
            <a:avLst/>
          </a:prstGeom>
          <a:noFill/>
          <a:ln w="0">
            <a:noFill/>
          </a:ln>
        </p:spPr>
        <p:style>
          <a:lnRef idx="0">
            <a:scrgbClr r="0" g="0" b="0"/>
          </a:lnRef>
          <a:fillRef idx="0">
            <a:scrgbClr r="0" g="0" b="0"/>
          </a:fillRef>
          <a:effectRef idx="0">
            <a:scrgbClr r="0" g="0" b="0"/>
          </a:effectRef>
          <a:fontRef idx="minor"/>
        </p:style>
        <p:txBody>
          <a:bodyPr wrap="square" lIns="63281" tIns="31641" rIns="63281" bIns="31641">
            <a:spAutoFit/>
          </a:bodyPr>
          <a:lstStyle/>
          <a:p>
            <a:pPr algn="ctr">
              <a:lnSpc>
                <a:spcPct val="90000"/>
              </a:lnSpc>
              <a:spcBef>
                <a:spcPct val="0"/>
              </a:spcBef>
              <a:spcAft>
                <a:spcPts val="600"/>
              </a:spcAft>
              <a:defRPr/>
            </a:pPr>
            <a:r>
              <a:rPr lang="de-DE" sz="3200" dirty="0">
                <a:solidFill>
                  <a:prstClr val="white"/>
                </a:solidFill>
                <a:latin typeface="Baskerville Old Face" panose="02020602080505020303" pitchFamily="18" charset="0"/>
              </a:rPr>
              <a:t>Predigt zu Predigttext2</a:t>
            </a:r>
          </a:p>
        </p:txBody>
      </p:sp>
      <p:sp>
        <p:nvSpPr>
          <p:cNvPr id="7" name="CustomShape 1">
            <a:extLst>
              <a:ext uri="{FF2B5EF4-FFF2-40B4-BE49-F238E27FC236}">
                <a16:creationId xmlns:a16="http://schemas.microsoft.com/office/drawing/2014/main" id="{BDE3C581-4929-495C-BAA2-B8D1BB7D1943}"/>
              </a:ext>
            </a:extLst>
          </p:cNvPr>
          <p:cNvSpPr/>
          <p:nvPr/>
        </p:nvSpPr>
        <p:spPr>
          <a:xfrm>
            <a:off x="698749" y="727546"/>
            <a:ext cx="7895772" cy="813721"/>
          </a:xfrm>
          <a:prstGeom prst="rect">
            <a:avLst/>
          </a:prstGeom>
          <a:noFill/>
          <a:ln w="0">
            <a:noFill/>
          </a:ln>
        </p:spPr>
        <p:style>
          <a:lnRef idx="0">
            <a:scrgbClr r="0" g="0" b="0"/>
          </a:lnRef>
          <a:fillRef idx="0">
            <a:scrgbClr r="0" g="0" b="0"/>
          </a:fillRef>
          <a:effectRef idx="0">
            <a:scrgbClr r="0" g="0" b="0"/>
          </a:effectRef>
          <a:fontRef idx="minor"/>
        </p:style>
        <p:txBody>
          <a:bodyPr wrap="square" lIns="63281" tIns="31641" rIns="63281" bIns="31641">
            <a:spAutoFit/>
          </a:bodyPr>
          <a:lstStyle/>
          <a:p>
            <a:pPr algn="ctr">
              <a:lnSpc>
                <a:spcPct val="90000"/>
              </a:lnSpc>
              <a:spcBef>
                <a:spcPct val="0"/>
              </a:spcBef>
              <a:spcAft>
                <a:spcPts val="600"/>
              </a:spcAft>
              <a:defRPr/>
            </a:pPr>
            <a:r>
              <a:rPr lang="en-US" sz="5400" dirty="0" err="1">
                <a:solidFill>
                  <a:prstClr val="white"/>
                </a:solidFill>
                <a:latin typeface="Baskerville Old Face" panose="02020602080505020303" pitchFamily="18" charset="0"/>
              </a:rPr>
              <a:t>Predigtthema</a:t>
            </a:r>
            <a:r>
              <a:rPr lang="en-US" sz="5400" dirty="0">
                <a:solidFill>
                  <a:prstClr val="white"/>
                </a:solidFill>
                <a:latin typeface="Baskerville Old Face" panose="02020602080505020303" pitchFamily="18" charset="0"/>
              </a:rPr>
              <a:t> 2</a:t>
            </a:r>
            <a:endParaRPr lang="de-DE" sz="5400" dirty="0">
              <a:solidFill>
                <a:prstClr val="white"/>
              </a:solidFill>
              <a:latin typeface="Baskerville Old Face" panose="02020602080505020303" pitchFamily="18" charset="0"/>
            </a:endParaRPr>
          </a:p>
        </p:txBody>
      </p:sp>
    </p:spTree>
    <p:extLst>
      <p:ext uri="{BB962C8B-B14F-4D97-AF65-F5344CB8AC3E}">
        <p14:creationId xmlns:p14="http://schemas.microsoft.com/office/powerpoint/2010/main" val="388405570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2" name="CustomShape 1"/>
          <p:cNvSpPr/>
          <p:nvPr/>
        </p:nvSpPr>
        <p:spPr>
          <a:xfrm>
            <a:off x="356062" y="477233"/>
            <a:ext cx="6543788" cy="818775"/>
          </a:xfrm>
          <a:prstGeom prst="rect">
            <a:avLst/>
          </a:prstGeom>
          <a:noFill/>
          <a:ln w="0">
            <a:noFill/>
          </a:ln>
        </p:spPr>
        <p:style>
          <a:lnRef idx="0">
            <a:scrgbClr r="0" g="0" b="0"/>
          </a:lnRef>
          <a:fillRef idx="0">
            <a:scrgbClr r="0" g="0" b="0"/>
          </a:fillRef>
          <a:effectRef idx="0">
            <a:scrgbClr r="0" g="0" b="0"/>
          </a:effectRef>
          <a:fontRef idx="minor"/>
        </p:style>
        <p:txBody>
          <a:bodyPr lIns="88528" tIns="44096" rIns="88528" bIns="44096" anchor="b">
            <a:normAutofit/>
          </a:bodyPr>
          <a:lstStyle/>
          <a:p>
            <a:pPr defTabSz="854949">
              <a:lnSpc>
                <a:spcPct val="85000"/>
              </a:lnSpc>
              <a:defRPr/>
            </a:pPr>
            <a:r>
              <a:rPr lang="de-DE" sz="3563" b="1" spc="-52" dirty="0">
                <a:solidFill>
                  <a:srgbClr val="404040"/>
                </a:solidFill>
                <a:latin typeface="Calibri"/>
              </a:rPr>
              <a:t>Predigt: Bibelstelle</a:t>
            </a:r>
          </a:p>
        </p:txBody>
      </p:sp>
      <p:sp>
        <p:nvSpPr>
          <p:cNvPr id="703" name="CustomShape 2"/>
          <p:cNvSpPr/>
          <p:nvPr/>
        </p:nvSpPr>
        <p:spPr>
          <a:xfrm>
            <a:off x="356063" y="1357468"/>
            <a:ext cx="8716275" cy="4946063"/>
          </a:xfrm>
          <a:prstGeom prst="rect">
            <a:avLst/>
          </a:prstGeom>
          <a:noFill/>
          <a:ln w="0">
            <a:noFill/>
          </a:ln>
        </p:spPr>
        <p:style>
          <a:lnRef idx="0">
            <a:scrgbClr r="0" g="0" b="0"/>
          </a:lnRef>
          <a:fillRef idx="0">
            <a:scrgbClr r="0" g="0" b="0"/>
          </a:fillRef>
          <a:effectRef idx="0">
            <a:scrgbClr r="0" g="0" b="0"/>
          </a:effectRef>
          <a:fontRef idx="minor"/>
        </p:style>
        <p:txBody>
          <a:bodyPr lIns="0" tIns="44096" rIns="0" bIns="44096">
            <a:noAutofit/>
          </a:bodyPr>
          <a:lstStyle/>
          <a:p>
            <a:r>
              <a:rPr lang="de-DE" sz="3200" dirty="0">
                <a:latin typeface="Cambria" panose="02040503050406030204" pitchFamily="18" charset="0"/>
              </a:rPr>
              <a:t>Predigttext2</a:t>
            </a:r>
          </a:p>
        </p:txBody>
      </p:sp>
      <p:sp>
        <p:nvSpPr>
          <p:cNvPr id="704" name="CustomShape 3"/>
          <p:cNvSpPr/>
          <p:nvPr/>
        </p:nvSpPr>
        <p:spPr>
          <a:xfrm>
            <a:off x="2764800" y="6460087"/>
            <a:ext cx="3616650" cy="364838"/>
          </a:xfrm>
          <a:prstGeom prst="rect">
            <a:avLst/>
          </a:prstGeom>
          <a:noFill/>
          <a:ln w="0">
            <a:noFill/>
          </a:ln>
        </p:spPr>
        <p:style>
          <a:lnRef idx="0">
            <a:scrgbClr r="0" g="0" b="0"/>
          </a:lnRef>
          <a:fillRef idx="0">
            <a:scrgbClr r="0" g="0" b="0"/>
          </a:fillRef>
          <a:effectRef idx="0">
            <a:scrgbClr r="0" g="0" b="0"/>
          </a:effectRef>
          <a:fontRef idx="minor"/>
        </p:style>
        <p:txBody>
          <a:bodyPr lIns="89872" tIns="44770" rIns="89872" bIns="44770" anchor="ctr">
            <a:noAutofit/>
          </a:bodyPr>
          <a:lstStyle/>
          <a:p>
            <a:pPr algn="ctr" defTabSz="854949">
              <a:defRPr/>
            </a:pPr>
            <a:r>
              <a:rPr lang="de-DE" sz="938" cap="all" spc="-1">
                <a:solidFill>
                  <a:srgbClr val="FFFFFF"/>
                </a:solidFill>
                <a:latin typeface="Calibri"/>
              </a:rPr>
              <a:t>Bibelübersetzung: Luther 1984</a:t>
            </a:r>
            <a:endParaRPr lang="de-DE" sz="938" spc="-1">
              <a:solidFill>
                <a:prstClr val="black"/>
              </a:solidFill>
            </a:endParaRPr>
          </a:p>
        </p:txBody>
      </p:sp>
      <p:sp>
        <p:nvSpPr>
          <p:cNvPr id="705" name="CustomShape 4"/>
          <p:cNvSpPr/>
          <p:nvPr/>
        </p:nvSpPr>
        <p:spPr>
          <a:xfrm>
            <a:off x="7425380" y="6459754"/>
            <a:ext cx="983813" cy="364838"/>
          </a:xfrm>
          <a:prstGeom prst="rect">
            <a:avLst/>
          </a:prstGeom>
          <a:noFill/>
          <a:ln w="0">
            <a:noFill/>
          </a:ln>
        </p:spPr>
        <p:style>
          <a:lnRef idx="0">
            <a:scrgbClr r="0" g="0" b="0"/>
          </a:lnRef>
          <a:fillRef idx="0">
            <a:scrgbClr r="0" g="0" b="0"/>
          </a:fillRef>
          <a:effectRef idx="0">
            <a:scrgbClr r="0" g="0" b="0"/>
          </a:effectRef>
          <a:fontRef idx="minor"/>
        </p:style>
        <p:txBody>
          <a:bodyPr lIns="91221" tIns="45439" rIns="91221" bIns="45439" anchor="ctr">
            <a:noAutofit/>
          </a:bodyPr>
          <a:lstStyle/>
          <a:p>
            <a:pPr algn="r" defTabSz="854949">
              <a:defRPr/>
            </a:pPr>
            <a:r>
              <a:rPr lang="de-DE" sz="1406" spc="-1" dirty="0">
                <a:solidFill>
                  <a:srgbClr val="FFFFFF"/>
                </a:solidFill>
                <a:latin typeface="Calibri"/>
              </a:rPr>
              <a:t>1 / 2</a:t>
            </a:r>
            <a:endParaRPr lang="de-DE" sz="1406" spc="-1" dirty="0">
              <a:solidFill>
                <a:prstClr val="black"/>
              </a:solidFill>
            </a:endParaRPr>
          </a:p>
        </p:txBody>
      </p:sp>
    </p:spTree>
    <p:extLst>
      <p:ext uri="{BB962C8B-B14F-4D97-AF65-F5344CB8AC3E}">
        <p14:creationId xmlns:p14="http://schemas.microsoft.com/office/powerpoint/2010/main" val="16733824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Grafik 5"/>
          <p:cNvPicPr>
            <a:picLocks noChangeAspect="1"/>
          </p:cNvPicPr>
          <p:nvPr/>
        </p:nvPicPr>
        <p:blipFill>
          <a:blip r:embed="rId2">
            <a:extLst>
              <a:ext uri="{28A0092B-C50C-407E-A947-70E740481C1C}">
                <a14:useLocalDpi xmlns:a14="http://schemas.microsoft.com/office/drawing/2010/main" val="0"/>
              </a:ext>
            </a:extLst>
          </a:blip>
          <a:srcRect/>
          <a:stretch/>
        </p:blipFill>
        <p:spPr>
          <a:xfrm>
            <a:off x="-567465" y="4401"/>
            <a:ext cx="10428201" cy="6941271"/>
          </a:xfrm>
          <a:prstGeom prst="rect">
            <a:avLst/>
          </a:prstGeom>
        </p:spPr>
      </p:pic>
      <p:sp>
        <p:nvSpPr>
          <p:cNvPr id="8" name="CustomShape 1">
            <a:extLst>
              <a:ext uri="{FF2B5EF4-FFF2-40B4-BE49-F238E27FC236}">
                <a16:creationId xmlns:a16="http://schemas.microsoft.com/office/drawing/2014/main" id="{ADBB904B-28D9-4EDB-8B6A-C11220A28789}"/>
              </a:ext>
            </a:extLst>
          </p:cNvPr>
          <p:cNvSpPr/>
          <p:nvPr/>
        </p:nvSpPr>
        <p:spPr>
          <a:xfrm>
            <a:off x="1039835" y="5719159"/>
            <a:ext cx="7213600" cy="508189"/>
          </a:xfrm>
          <a:prstGeom prst="rect">
            <a:avLst/>
          </a:prstGeom>
          <a:noFill/>
          <a:ln w="0">
            <a:noFill/>
          </a:ln>
        </p:spPr>
        <p:style>
          <a:lnRef idx="0">
            <a:scrgbClr r="0" g="0" b="0"/>
          </a:lnRef>
          <a:fillRef idx="0">
            <a:scrgbClr r="0" g="0" b="0"/>
          </a:fillRef>
          <a:effectRef idx="0">
            <a:scrgbClr r="0" g="0" b="0"/>
          </a:effectRef>
          <a:fontRef idx="minor"/>
        </p:style>
        <p:txBody>
          <a:bodyPr wrap="square" lIns="63281" tIns="31641" rIns="63281" bIns="31641">
            <a:spAutoFit/>
          </a:bodyPr>
          <a:lstStyle/>
          <a:p>
            <a:pPr marL="0" marR="0" lvl="0" indent="0" algn="ctr" defTabSz="914400" rtl="0" eaLnBrk="1" fontAlgn="auto" latinLnBrk="0" hangingPunct="1">
              <a:lnSpc>
                <a:spcPct val="90000"/>
              </a:lnSpc>
              <a:spcBef>
                <a:spcPct val="0"/>
              </a:spcBef>
              <a:spcAft>
                <a:spcPts val="600"/>
              </a:spcAft>
              <a:buClrTx/>
              <a:buSzTx/>
              <a:buFontTx/>
              <a:buNone/>
              <a:tabLst/>
              <a:defRPr/>
            </a:pPr>
            <a:r>
              <a:rPr kumimoji="0" lang="de-DE" sz="3200" b="0" i="0" u="none" strike="noStrike" kern="1200" cap="none" spc="0" normalizeH="0" baseline="0" noProof="0" dirty="0">
                <a:ln>
                  <a:noFill/>
                </a:ln>
                <a:solidFill>
                  <a:prstClr val="white"/>
                </a:solidFill>
                <a:effectLst/>
                <a:uLnTx/>
                <a:uFillTx/>
                <a:latin typeface="Baskerville Old Face" panose="02020602080505020303" pitchFamily="18" charset="0"/>
                <a:ea typeface="+mn-ea"/>
                <a:cs typeface="+mn-cs"/>
              </a:rPr>
              <a:t>Predigt zu Predigttext2</a:t>
            </a:r>
          </a:p>
        </p:txBody>
      </p:sp>
      <p:sp>
        <p:nvSpPr>
          <p:cNvPr id="7" name="CustomShape 1">
            <a:extLst>
              <a:ext uri="{FF2B5EF4-FFF2-40B4-BE49-F238E27FC236}">
                <a16:creationId xmlns:a16="http://schemas.microsoft.com/office/drawing/2014/main" id="{BDE3C581-4929-495C-BAA2-B8D1BB7D1943}"/>
              </a:ext>
            </a:extLst>
          </p:cNvPr>
          <p:cNvSpPr/>
          <p:nvPr/>
        </p:nvSpPr>
        <p:spPr>
          <a:xfrm>
            <a:off x="698749" y="727546"/>
            <a:ext cx="7895772" cy="813721"/>
          </a:xfrm>
          <a:prstGeom prst="rect">
            <a:avLst/>
          </a:prstGeom>
          <a:noFill/>
          <a:ln w="0">
            <a:noFill/>
          </a:ln>
        </p:spPr>
        <p:style>
          <a:lnRef idx="0">
            <a:scrgbClr r="0" g="0" b="0"/>
          </a:lnRef>
          <a:fillRef idx="0">
            <a:scrgbClr r="0" g="0" b="0"/>
          </a:fillRef>
          <a:effectRef idx="0">
            <a:scrgbClr r="0" g="0" b="0"/>
          </a:effectRef>
          <a:fontRef idx="minor"/>
        </p:style>
        <p:txBody>
          <a:bodyPr wrap="square" lIns="63281" tIns="31641" rIns="63281" bIns="31641">
            <a:spAutoFit/>
          </a:bodyPr>
          <a:lstStyle/>
          <a:p>
            <a:pPr marL="0" marR="0" lvl="0" indent="0" algn="ctr" defTabSz="914400" rtl="0" eaLnBrk="1" fontAlgn="auto" latinLnBrk="0" hangingPunct="1">
              <a:lnSpc>
                <a:spcPct val="90000"/>
              </a:lnSpc>
              <a:spcBef>
                <a:spcPct val="0"/>
              </a:spcBef>
              <a:spcAft>
                <a:spcPts val="600"/>
              </a:spcAft>
              <a:buClrTx/>
              <a:buSzTx/>
              <a:buFontTx/>
              <a:buNone/>
              <a:tabLst/>
              <a:defRPr/>
            </a:pPr>
            <a:r>
              <a:rPr kumimoji="0" lang="en-US" sz="5400" b="0" i="0" u="none" strike="noStrike" kern="1200" cap="none" spc="0" normalizeH="0" baseline="0" noProof="0" dirty="0" err="1">
                <a:ln>
                  <a:noFill/>
                </a:ln>
                <a:solidFill>
                  <a:prstClr val="white"/>
                </a:solidFill>
                <a:effectLst/>
                <a:uLnTx/>
                <a:uFillTx/>
                <a:latin typeface="Baskerville Old Face" panose="02020602080505020303" pitchFamily="18" charset="0"/>
                <a:ea typeface="+mn-ea"/>
                <a:cs typeface="+mn-cs"/>
              </a:rPr>
              <a:t>Predigtthema</a:t>
            </a:r>
            <a:r>
              <a:rPr kumimoji="0" lang="en-US" sz="5400" b="0" i="0" u="none" strike="noStrike" kern="1200" cap="none" spc="0" normalizeH="0" baseline="0" noProof="0" dirty="0">
                <a:ln>
                  <a:noFill/>
                </a:ln>
                <a:solidFill>
                  <a:prstClr val="white"/>
                </a:solidFill>
                <a:effectLst/>
                <a:uLnTx/>
                <a:uFillTx/>
                <a:latin typeface="Baskerville Old Face" panose="02020602080505020303" pitchFamily="18" charset="0"/>
                <a:ea typeface="+mn-ea"/>
                <a:cs typeface="+mn-cs"/>
              </a:rPr>
              <a:t> 2</a:t>
            </a:r>
            <a:endParaRPr kumimoji="0" lang="de-DE" sz="5400" b="0" i="0" u="none" strike="noStrike" kern="1200" cap="none" spc="0" normalizeH="0" baseline="0" noProof="0" dirty="0">
              <a:ln>
                <a:noFill/>
              </a:ln>
              <a:solidFill>
                <a:prstClr val="white"/>
              </a:solidFill>
              <a:effectLst/>
              <a:uLnTx/>
              <a:uFillTx/>
              <a:latin typeface="Baskerville Old Face" panose="02020602080505020303" pitchFamily="18" charset="0"/>
              <a:ea typeface="+mn-ea"/>
              <a:cs typeface="+mn-cs"/>
            </a:endParaRPr>
          </a:p>
        </p:txBody>
      </p:sp>
    </p:spTree>
    <p:extLst>
      <p:ext uri="{BB962C8B-B14F-4D97-AF65-F5344CB8AC3E}">
        <p14:creationId xmlns:p14="http://schemas.microsoft.com/office/powerpoint/2010/main" val="30181420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Grafik 5"/>
          <p:cNvPicPr>
            <a:picLocks noChangeAspect="1"/>
          </p:cNvPicPr>
          <p:nvPr/>
        </p:nvPicPr>
        <p:blipFill>
          <a:blip r:embed="rId2">
            <a:extLst>
              <a:ext uri="{28A0092B-C50C-407E-A947-70E740481C1C}">
                <a14:useLocalDpi xmlns:a14="http://schemas.microsoft.com/office/drawing/2010/main" val="0"/>
              </a:ext>
            </a:extLst>
          </a:blip>
          <a:srcRect/>
          <a:stretch/>
        </p:blipFill>
        <p:spPr>
          <a:xfrm>
            <a:off x="-1" y="0"/>
            <a:ext cx="9144001" cy="6858000"/>
          </a:xfrm>
          <a:prstGeom prst="rect">
            <a:avLst/>
          </a:prstGeom>
        </p:spPr>
      </p:pic>
      <p:sp>
        <p:nvSpPr>
          <p:cNvPr id="5" name="Titel 1"/>
          <p:cNvSpPr txBox="1">
            <a:spLocks/>
          </p:cNvSpPr>
          <p:nvPr/>
        </p:nvSpPr>
        <p:spPr>
          <a:xfrm>
            <a:off x="628649" y="428632"/>
            <a:ext cx="7886700" cy="810298"/>
          </a:xfrm>
          <a:prstGeom prst="rect">
            <a:avLst/>
          </a:prstGeom>
        </p:spPr>
        <p:txBody>
          <a:bodyPr vert="horz" lIns="91440" tIns="45720" rIns="91440" bIns="45720" rtlCol="0" anchor="b">
            <a:normAutofit fontScale="9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de-DE" sz="6600" b="0" i="0" u="none" strike="noStrike" kern="1200" cap="none" spc="0" normalizeH="0" baseline="0" noProof="0" dirty="0">
                <a:ln>
                  <a:noFill/>
                </a:ln>
                <a:solidFill>
                  <a:prstClr val="white"/>
                </a:solidFill>
                <a:effectLst/>
                <a:uLnTx/>
                <a:uFillTx/>
                <a:latin typeface="Baskerville Old Face" panose="02020602080505020303" pitchFamily="18" charset="0"/>
                <a:ea typeface="+mj-ea"/>
                <a:cs typeface="+mj-cs"/>
              </a:rPr>
              <a:t>Thema</a:t>
            </a:r>
          </a:p>
        </p:txBody>
      </p:sp>
      <p:sp>
        <p:nvSpPr>
          <p:cNvPr id="8" name="CustomShape 1">
            <a:extLst>
              <a:ext uri="{FF2B5EF4-FFF2-40B4-BE49-F238E27FC236}">
                <a16:creationId xmlns:a16="http://schemas.microsoft.com/office/drawing/2014/main" id="{ADBB904B-28D9-4EDB-8B6A-C11220A28789}"/>
              </a:ext>
            </a:extLst>
          </p:cNvPr>
          <p:cNvSpPr/>
          <p:nvPr/>
        </p:nvSpPr>
        <p:spPr>
          <a:xfrm>
            <a:off x="965199" y="5739719"/>
            <a:ext cx="7213600" cy="689649"/>
          </a:xfrm>
          <a:prstGeom prst="rect">
            <a:avLst/>
          </a:prstGeom>
          <a:noFill/>
          <a:ln w="0">
            <a:noFill/>
          </a:ln>
        </p:spPr>
        <p:style>
          <a:lnRef idx="0">
            <a:scrgbClr r="0" g="0" b="0"/>
          </a:lnRef>
          <a:fillRef idx="0">
            <a:scrgbClr r="0" g="0" b="0"/>
          </a:fillRef>
          <a:effectRef idx="0">
            <a:scrgbClr r="0" g="0" b="0"/>
          </a:effectRef>
          <a:fontRef idx="minor"/>
        </p:style>
        <p:txBody>
          <a:bodyPr wrap="square" lIns="63281" tIns="31641" rIns="63281" bIns="31641">
            <a:spAutoFit/>
          </a:bodyPr>
          <a:lstStyle/>
          <a:p>
            <a:pPr marL="0" marR="0" lvl="0" indent="0" algn="ctr" defTabSz="914400" rtl="0" eaLnBrk="1" fontAlgn="auto" latinLnBrk="0" hangingPunct="1">
              <a:lnSpc>
                <a:spcPct val="70000"/>
              </a:lnSpc>
              <a:spcBef>
                <a:spcPct val="0"/>
              </a:spcBef>
              <a:spcAft>
                <a:spcPts val="0"/>
              </a:spcAft>
              <a:buClrTx/>
              <a:buSzTx/>
              <a:buFontTx/>
              <a:buNone/>
              <a:tabLst/>
              <a:defRPr/>
            </a:pPr>
            <a:r>
              <a:rPr kumimoji="0" lang="de-DE" sz="2800" b="1" i="0" u="none" strike="noStrike" kern="1200" cap="none" spc="0" normalizeH="0" baseline="0" noProof="0" dirty="0">
                <a:ln>
                  <a:noFill/>
                </a:ln>
                <a:solidFill>
                  <a:prstClr val="white"/>
                </a:solidFill>
                <a:effectLst/>
                <a:uLnTx/>
                <a:uFillTx/>
                <a:latin typeface="Baskerville Old Face" panose="02020602080505020303" pitchFamily="18" charset="0"/>
                <a:ea typeface="+mn-ea"/>
                <a:cs typeface="+mn-cs"/>
              </a:rPr>
              <a:t>Gottesdienst am XY.XY.XY </a:t>
            </a:r>
          </a:p>
          <a:p>
            <a:pPr marL="0" marR="0" lvl="0" indent="0" algn="ctr" defTabSz="914400" rtl="0" eaLnBrk="1" fontAlgn="auto" latinLnBrk="0" hangingPunct="1">
              <a:lnSpc>
                <a:spcPct val="70000"/>
              </a:lnSpc>
              <a:spcBef>
                <a:spcPct val="0"/>
              </a:spcBef>
              <a:spcAft>
                <a:spcPts val="0"/>
              </a:spcAft>
              <a:buClrTx/>
              <a:buSzTx/>
              <a:buFontTx/>
              <a:buNone/>
              <a:tabLst/>
              <a:defRPr/>
            </a:pPr>
            <a:r>
              <a:rPr kumimoji="0" lang="de-DE" sz="2800" b="1" i="0" u="none" strike="noStrike" kern="1200" cap="none" spc="0" normalizeH="0" baseline="0" noProof="0" dirty="0">
                <a:ln>
                  <a:noFill/>
                </a:ln>
                <a:solidFill>
                  <a:prstClr val="white"/>
                </a:solidFill>
                <a:effectLst/>
                <a:uLnTx/>
                <a:uFillTx/>
                <a:latin typeface="Baskerville Old Face" panose="02020602080505020303" pitchFamily="18" charset="0"/>
                <a:ea typeface="+mn-ea"/>
                <a:cs typeface="+mn-cs"/>
              </a:rPr>
              <a:t>Name des Sonntags</a:t>
            </a:r>
          </a:p>
        </p:txBody>
      </p:sp>
    </p:spTree>
    <p:extLst>
      <p:ext uri="{BB962C8B-B14F-4D97-AF65-F5344CB8AC3E}">
        <p14:creationId xmlns:p14="http://schemas.microsoft.com/office/powerpoint/2010/main" val="347273878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ormAutofit/>
          </a:bodyPr>
          <a:lstStyle/>
          <a:p>
            <a:r>
              <a:rPr lang="de-DE" dirty="0"/>
              <a:t>Lied:</a:t>
            </a:r>
          </a:p>
        </p:txBody>
      </p:sp>
      <p:sp>
        <p:nvSpPr>
          <p:cNvPr id="3" name="Datumsplatzhalter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de-DE" sz="1400" b="0" i="0" u="none" strike="noStrike" kern="1200" cap="none" spc="0" normalizeH="0" baseline="0" noProof="0" dirty="0">
                <a:ln>
                  <a:noFill/>
                </a:ln>
                <a:solidFill>
                  <a:srgbClr val="FFFFFF"/>
                </a:solidFill>
                <a:effectLst/>
                <a:uLnTx/>
                <a:uFillTx/>
                <a:latin typeface="Arial" charset="0"/>
                <a:ea typeface="+mn-ea"/>
                <a:cs typeface="Arial" charset="0"/>
              </a:rPr>
              <a:t>FJ1 4</a:t>
            </a:r>
          </a:p>
        </p:txBody>
      </p:sp>
      <p:sp>
        <p:nvSpPr>
          <p:cNvPr id="4" name="Fußzeilenplatzhalter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de-DE" sz="900" b="0" i="0" u="none" strike="noStrike" kern="1200" cap="all" spc="0" normalizeH="0" baseline="0" noProof="0" dirty="0">
                <a:ln>
                  <a:noFill/>
                </a:ln>
                <a:solidFill>
                  <a:srgbClr val="FFFFFF"/>
                </a:solidFill>
                <a:effectLst/>
                <a:uLnTx/>
                <a:uFillTx/>
                <a:latin typeface="Arial" charset="0"/>
                <a:ea typeface="+mn-ea"/>
                <a:cs typeface="Arial" charset="0"/>
              </a:rPr>
              <a:t>Text und Melodie: Robert Lowry</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de-DE" sz="900" b="0" i="0" u="none" strike="noStrike" kern="1200" cap="all" spc="0" normalizeH="0" baseline="0" noProof="0" dirty="0">
                <a:ln>
                  <a:noFill/>
                </a:ln>
                <a:solidFill>
                  <a:srgbClr val="FFFFFF"/>
                </a:solidFill>
                <a:effectLst/>
                <a:uLnTx/>
                <a:uFillTx/>
                <a:latin typeface="Arial" charset="0"/>
                <a:ea typeface="+mn-ea"/>
                <a:cs typeface="Arial" charset="0"/>
              </a:rPr>
              <a:t>Deutsch: Thomas van Doreen</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de-DE" sz="900" b="0" i="0" u="none" strike="noStrike" kern="1200" cap="all" spc="0" normalizeH="0" baseline="0" noProof="0" dirty="0">
                <a:ln>
                  <a:noFill/>
                </a:ln>
                <a:solidFill>
                  <a:srgbClr val="FFFFFF"/>
                </a:solidFill>
                <a:effectLst/>
                <a:uLnTx/>
                <a:uFillTx/>
                <a:latin typeface="Arial" charset="0"/>
                <a:ea typeface="+mn-ea"/>
                <a:cs typeface="Arial" charset="0"/>
              </a:rPr>
              <a:t>Rechte: Hänssler-Verlag, Neuhausen-Stuttgart</a:t>
            </a:r>
          </a:p>
        </p:txBody>
      </p:sp>
      <p:sp>
        <p:nvSpPr>
          <p:cNvPr id="5" name="Foliennummernplatzhalter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de-DE" sz="1400" b="0" i="0" u="none" strike="noStrike" kern="1200" cap="none" spc="0" normalizeH="0" baseline="0" noProof="0" dirty="0">
                <a:ln>
                  <a:noFill/>
                </a:ln>
                <a:solidFill>
                  <a:srgbClr val="FFFFFF"/>
                </a:solidFill>
                <a:effectLst/>
                <a:uLnTx/>
                <a:uFillTx/>
                <a:latin typeface="Arial" charset="0"/>
                <a:ea typeface="+mn-ea"/>
                <a:cs typeface="Arial" charset="0"/>
              </a:rPr>
              <a:t>1/1</a:t>
            </a:r>
          </a:p>
        </p:txBody>
      </p:sp>
      <p:sp>
        <p:nvSpPr>
          <p:cNvPr id="6" name="Inhaltsplatzhalter 5"/>
          <p:cNvSpPr>
            <a:spLocks noGrp="1"/>
          </p:cNvSpPr>
          <p:nvPr>
            <p:ph idx="1"/>
          </p:nvPr>
        </p:nvSpPr>
        <p:spPr/>
        <p:txBody>
          <a:bodyPr/>
          <a:lstStyle/>
          <a:p>
            <a:r>
              <a:rPr lang="de-DE" dirty="0"/>
              <a:t>Lied6 (Lobpreisstrophe)</a:t>
            </a:r>
          </a:p>
        </p:txBody>
      </p:sp>
    </p:spTree>
    <p:extLst>
      <p:ext uri="{BB962C8B-B14F-4D97-AF65-F5344CB8AC3E}">
        <p14:creationId xmlns:p14="http://schemas.microsoft.com/office/powerpoint/2010/main" val="181692453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Grafik 5"/>
          <p:cNvPicPr>
            <a:picLocks noChangeAspect="1"/>
          </p:cNvPicPr>
          <p:nvPr/>
        </p:nvPicPr>
        <p:blipFill>
          <a:blip r:embed="rId2">
            <a:extLst>
              <a:ext uri="{28A0092B-C50C-407E-A947-70E740481C1C}">
                <a14:useLocalDpi xmlns:a14="http://schemas.microsoft.com/office/drawing/2010/main" val="0"/>
              </a:ext>
            </a:extLst>
          </a:blip>
          <a:srcRect/>
          <a:stretch/>
        </p:blipFill>
        <p:spPr>
          <a:xfrm>
            <a:off x="-1" y="0"/>
            <a:ext cx="9144001" cy="6858000"/>
          </a:xfrm>
          <a:prstGeom prst="rect">
            <a:avLst/>
          </a:prstGeom>
        </p:spPr>
      </p:pic>
      <p:sp>
        <p:nvSpPr>
          <p:cNvPr id="5" name="Titel 1"/>
          <p:cNvSpPr txBox="1">
            <a:spLocks/>
          </p:cNvSpPr>
          <p:nvPr/>
        </p:nvSpPr>
        <p:spPr>
          <a:xfrm>
            <a:off x="628649" y="428632"/>
            <a:ext cx="7886700" cy="810298"/>
          </a:xfrm>
          <a:prstGeom prst="rect">
            <a:avLst/>
          </a:prstGeom>
        </p:spPr>
        <p:txBody>
          <a:bodyPr vert="horz" lIns="91440" tIns="45720" rIns="91440" bIns="45720" rtlCol="0" anchor="b">
            <a:normAutofit fontScale="9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de-DE" sz="6600" b="0" i="0" u="none" strike="noStrike" kern="1200" cap="none" spc="0" normalizeH="0" baseline="0" noProof="0" dirty="0">
                <a:ln>
                  <a:noFill/>
                </a:ln>
                <a:solidFill>
                  <a:prstClr val="white"/>
                </a:solidFill>
                <a:effectLst/>
                <a:uLnTx/>
                <a:uFillTx/>
                <a:latin typeface="Baskerville Old Face" panose="02020602080505020303" pitchFamily="18" charset="0"/>
                <a:ea typeface="+mj-ea"/>
                <a:cs typeface="+mj-cs"/>
              </a:rPr>
              <a:t>Thema</a:t>
            </a:r>
          </a:p>
        </p:txBody>
      </p:sp>
      <p:sp>
        <p:nvSpPr>
          <p:cNvPr id="8" name="CustomShape 1">
            <a:extLst>
              <a:ext uri="{FF2B5EF4-FFF2-40B4-BE49-F238E27FC236}">
                <a16:creationId xmlns:a16="http://schemas.microsoft.com/office/drawing/2014/main" id="{ADBB904B-28D9-4EDB-8B6A-C11220A28789}"/>
              </a:ext>
            </a:extLst>
          </p:cNvPr>
          <p:cNvSpPr/>
          <p:nvPr/>
        </p:nvSpPr>
        <p:spPr>
          <a:xfrm>
            <a:off x="965199" y="5739719"/>
            <a:ext cx="7213600" cy="689649"/>
          </a:xfrm>
          <a:prstGeom prst="rect">
            <a:avLst/>
          </a:prstGeom>
          <a:noFill/>
          <a:ln w="0">
            <a:noFill/>
          </a:ln>
        </p:spPr>
        <p:style>
          <a:lnRef idx="0">
            <a:scrgbClr r="0" g="0" b="0"/>
          </a:lnRef>
          <a:fillRef idx="0">
            <a:scrgbClr r="0" g="0" b="0"/>
          </a:fillRef>
          <a:effectRef idx="0">
            <a:scrgbClr r="0" g="0" b="0"/>
          </a:effectRef>
          <a:fontRef idx="minor"/>
        </p:style>
        <p:txBody>
          <a:bodyPr wrap="square" lIns="63281" tIns="31641" rIns="63281" bIns="31641">
            <a:spAutoFit/>
          </a:bodyPr>
          <a:lstStyle/>
          <a:p>
            <a:pPr marL="0" marR="0" lvl="0" indent="0" algn="ctr" defTabSz="914400" rtl="0" eaLnBrk="1" fontAlgn="auto" latinLnBrk="0" hangingPunct="1">
              <a:lnSpc>
                <a:spcPct val="70000"/>
              </a:lnSpc>
              <a:spcBef>
                <a:spcPct val="0"/>
              </a:spcBef>
              <a:spcAft>
                <a:spcPts val="0"/>
              </a:spcAft>
              <a:buClrTx/>
              <a:buSzTx/>
              <a:buFontTx/>
              <a:buNone/>
              <a:tabLst/>
              <a:defRPr/>
            </a:pPr>
            <a:r>
              <a:rPr kumimoji="0" lang="de-DE" sz="2800" b="1" i="0" u="none" strike="noStrike" kern="1200" cap="none" spc="0" normalizeH="0" baseline="0" noProof="0" dirty="0">
                <a:ln>
                  <a:noFill/>
                </a:ln>
                <a:solidFill>
                  <a:prstClr val="white"/>
                </a:solidFill>
                <a:effectLst/>
                <a:uLnTx/>
                <a:uFillTx/>
                <a:latin typeface="Baskerville Old Face" panose="02020602080505020303" pitchFamily="18" charset="0"/>
                <a:ea typeface="+mn-ea"/>
                <a:cs typeface="+mn-cs"/>
              </a:rPr>
              <a:t>Gottesdienst am XY.XY.XY </a:t>
            </a:r>
          </a:p>
          <a:p>
            <a:pPr marL="0" marR="0" lvl="0" indent="0" algn="ctr" defTabSz="914400" rtl="0" eaLnBrk="1" fontAlgn="auto" latinLnBrk="0" hangingPunct="1">
              <a:lnSpc>
                <a:spcPct val="70000"/>
              </a:lnSpc>
              <a:spcBef>
                <a:spcPct val="0"/>
              </a:spcBef>
              <a:spcAft>
                <a:spcPts val="0"/>
              </a:spcAft>
              <a:buClrTx/>
              <a:buSzTx/>
              <a:buFontTx/>
              <a:buNone/>
              <a:tabLst/>
              <a:defRPr/>
            </a:pPr>
            <a:r>
              <a:rPr kumimoji="0" lang="de-DE" sz="2800" b="1" i="0" u="none" strike="noStrike" kern="1200" cap="none" spc="0" normalizeH="0" baseline="0" noProof="0" dirty="0">
                <a:ln>
                  <a:noFill/>
                </a:ln>
                <a:solidFill>
                  <a:prstClr val="white"/>
                </a:solidFill>
                <a:effectLst/>
                <a:uLnTx/>
                <a:uFillTx/>
                <a:latin typeface="Baskerville Old Face" panose="02020602080505020303" pitchFamily="18" charset="0"/>
                <a:ea typeface="+mn-ea"/>
                <a:cs typeface="+mn-cs"/>
              </a:rPr>
              <a:t>Name des Sonntags</a:t>
            </a:r>
          </a:p>
        </p:txBody>
      </p:sp>
    </p:spTree>
    <p:extLst>
      <p:ext uri="{BB962C8B-B14F-4D97-AF65-F5344CB8AC3E}">
        <p14:creationId xmlns:p14="http://schemas.microsoft.com/office/powerpoint/2010/main" val="419104611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0" name="CustomShape 1"/>
          <p:cNvSpPr/>
          <p:nvPr/>
        </p:nvSpPr>
        <p:spPr>
          <a:xfrm>
            <a:off x="356062" y="477233"/>
            <a:ext cx="6543788" cy="818775"/>
          </a:xfrm>
          <a:prstGeom prst="rect">
            <a:avLst/>
          </a:prstGeom>
          <a:noFill/>
          <a:ln w="0">
            <a:noFill/>
          </a:ln>
        </p:spPr>
        <p:style>
          <a:lnRef idx="0">
            <a:scrgbClr r="0" g="0" b="0"/>
          </a:lnRef>
          <a:fillRef idx="0">
            <a:scrgbClr r="0" g="0" b="0"/>
          </a:fillRef>
          <a:effectRef idx="0">
            <a:scrgbClr r="0" g="0" b="0"/>
          </a:effectRef>
          <a:fontRef idx="minor"/>
        </p:style>
        <p:txBody>
          <a:bodyPr lIns="88523" tIns="44093" rIns="88523" bIns="44093" anchor="b">
            <a:normAutofit/>
          </a:bodyPr>
          <a:lstStyle/>
          <a:p>
            <a:pPr defTabSz="856019">
              <a:lnSpc>
                <a:spcPct val="85000"/>
              </a:lnSpc>
              <a:tabLst>
                <a:tab pos="0" algn="l"/>
              </a:tabLst>
            </a:pPr>
            <a:r>
              <a:rPr lang="de-DE" sz="5438" b="1" spc="-52">
                <a:solidFill>
                  <a:srgbClr val="404040"/>
                </a:solidFill>
                <a:latin typeface="Calibri Light"/>
              </a:rPr>
              <a:t>Herzliche Einladung!</a:t>
            </a:r>
            <a:endParaRPr lang="de-DE" sz="5438" spc="-1">
              <a:solidFill>
                <a:prstClr val="black"/>
              </a:solidFill>
            </a:endParaRPr>
          </a:p>
        </p:txBody>
      </p:sp>
      <p:graphicFrame>
        <p:nvGraphicFramePr>
          <p:cNvPr id="821" name="Table 2"/>
          <p:cNvGraphicFramePr/>
          <p:nvPr>
            <p:extLst>
              <p:ext uri="{D42A27DB-BD31-4B8C-83A1-F6EECF244321}">
                <p14:modId xmlns:p14="http://schemas.microsoft.com/office/powerpoint/2010/main" val="1387010287"/>
              </p:ext>
            </p:extLst>
          </p:nvPr>
        </p:nvGraphicFramePr>
        <p:xfrm>
          <a:off x="356085" y="1591792"/>
          <a:ext cx="8587013" cy="3998943"/>
        </p:xfrm>
        <a:graphic>
          <a:graphicData uri="http://schemas.openxmlformats.org/drawingml/2006/table">
            <a:tbl>
              <a:tblPr/>
              <a:tblGrid>
                <a:gridCol w="1757363">
                  <a:extLst>
                    <a:ext uri="{9D8B030D-6E8A-4147-A177-3AD203B41FA5}">
                      <a16:colId xmlns:a16="http://schemas.microsoft.com/office/drawing/2014/main" val="20000"/>
                    </a:ext>
                  </a:extLst>
                </a:gridCol>
                <a:gridCol w="1430325">
                  <a:extLst>
                    <a:ext uri="{9D8B030D-6E8A-4147-A177-3AD203B41FA5}">
                      <a16:colId xmlns:a16="http://schemas.microsoft.com/office/drawing/2014/main" val="20001"/>
                    </a:ext>
                  </a:extLst>
                </a:gridCol>
                <a:gridCol w="5399325">
                  <a:extLst>
                    <a:ext uri="{9D8B030D-6E8A-4147-A177-3AD203B41FA5}">
                      <a16:colId xmlns:a16="http://schemas.microsoft.com/office/drawing/2014/main" val="20002"/>
                    </a:ext>
                  </a:extLst>
                </a:gridCol>
              </a:tblGrid>
              <a:tr h="578813">
                <a:tc>
                  <a:txBody>
                    <a:bodyPr/>
                    <a:lstStyle/>
                    <a:p>
                      <a:pPr algn="ctr">
                        <a:lnSpc>
                          <a:spcPct val="100000"/>
                        </a:lnSpc>
                      </a:pPr>
                      <a:r>
                        <a:rPr lang="de-DE" sz="3200" b="0" strike="noStrike" spc="-1" dirty="0">
                          <a:solidFill>
                            <a:srgbClr val="000000"/>
                          </a:solidFill>
                          <a:latin typeface="Calibri"/>
                          <a:ea typeface="DejaVu Sans"/>
                        </a:rPr>
                        <a:t>Datum</a:t>
                      </a:r>
                      <a:endParaRPr lang="de-DE" sz="3200" b="0" strike="noStrike" spc="-1" dirty="0">
                        <a:latin typeface="Arial"/>
                      </a:endParaRPr>
                    </a:p>
                  </a:txBody>
                  <a:tcPr marL="91125" marR="91125" marT="42863" marB="42863">
                    <a:lnL w="12240">
                      <a:solidFill>
                        <a:srgbClr val="808080"/>
                      </a:solidFill>
                    </a:lnL>
                    <a:lnR w="12240">
                      <a:solidFill>
                        <a:srgbClr val="808080"/>
                      </a:solidFill>
                    </a:lnR>
                    <a:lnT w="12240">
                      <a:solidFill>
                        <a:srgbClr val="808080"/>
                      </a:solidFill>
                    </a:lnT>
                    <a:lnB w="12240" cap="flat" cmpd="sng" algn="ctr">
                      <a:solidFill>
                        <a:srgbClr val="808080"/>
                      </a:solidFill>
                      <a:prstDash val="solid"/>
                      <a:round/>
                      <a:headEnd type="none" w="med" len="med"/>
                      <a:tailEnd type="none" w="med" len="med"/>
                    </a:lnB>
                    <a:solidFill>
                      <a:srgbClr val="BFBFBF"/>
                    </a:solidFill>
                  </a:tcPr>
                </a:tc>
                <a:tc>
                  <a:txBody>
                    <a:bodyPr/>
                    <a:lstStyle/>
                    <a:p>
                      <a:pPr algn="ctr">
                        <a:lnSpc>
                          <a:spcPct val="100000"/>
                        </a:lnSpc>
                      </a:pPr>
                      <a:r>
                        <a:rPr lang="de-DE" sz="3200" b="0" strike="noStrike" spc="-1">
                          <a:solidFill>
                            <a:srgbClr val="000000"/>
                          </a:solidFill>
                          <a:latin typeface="Calibri"/>
                          <a:ea typeface="DejaVu Sans"/>
                        </a:rPr>
                        <a:t>Uhrzeit</a:t>
                      </a:r>
                      <a:endParaRPr lang="de-DE" sz="3200" b="0" strike="noStrike" spc="-1">
                        <a:latin typeface="Arial"/>
                      </a:endParaRPr>
                    </a:p>
                  </a:txBody>
                  <a:tcPr marL="91125" marR="91125" marT="42863" marB="42863">
                    <a:lnL w="12240">
                      <a:solidFill>
                        <a:srgbClr val="808080"/>
                      </a:solidFill>
                    </a:lnL>
                    <a:lnR w="12240">
                      <a:solidFill>
                        <a:srgbClr val="808080"/>
                      </a:solidFill>
                    </a:lnR>
                    <a:lnT w="12240">
                      <a:solidFill>
                        <a:srgbClr val="808080"/>
                      </a:solidFill>
                    </a:lnT>
                    <a:lnB w="12240" cap="flat" cmpd="sng" algn="ctr">
                      <a:solidFill>
                        <a:srgbClr val="808080"/>
                      </a:solidFill>
                      <a:prstDash val="solid"/>
                      <a:round/>
                      <a:headEnd type="none" w="med" len="med"/>
                      <a:tailEnd type="none" w="med" len="med"/>
                    </a:lnB>
                    <a:solidFill>
                      <a:srgbClr val="BFBFBF"/>
                    </a:solidFill>
                  </a:tcPr>
                </a:tc>
                <a:tc>
                  <a:txBody>
                    <a:bodyPr/>
                    <a:lstStyle/>
                    <a:p>
                      <a:pPr>
                        <a:lnSpc>
                          <a:spcPct val="100000"/>
                        </a:lnSpc>
                      </a:pPr>
                      <a:r>
                        <a:rPr lang="de-DE" sz="3200" b="0" strike="noStrike" spc="-1" dirty="0">
                          <a:solidFill>
                            <a:srgbClr val="000000"/>
                          </a:solidFill>
                          <a:latin typeface="Calibri"/>
                          <a:ea typeface="DejaVu Sans"/>
                        </a:rPr>
                        <a:t>Veranstaltung			</a:t>
                      </a:r>
                      <a:endParaRPr lang="de-DE" sz="3200" b="0" strike="noStrike" spc="-1" dirty="0">
                        <a:latin typeface="Arial"/>
                      </a:endParaRPr>
                    </a:p>
                  </a:txBody>
                  <a:tcPr marL="91125" marR="91125" marT="42863" marB="42863">
                    <a:lnL w="12240">
                      <a:solidFill>
                        <a:srgbClr val="808080"/>
                      </a:solidFill>
                    </a:lnL>
                    <a:lnR w="12240">
                      <a:solidFill>
                        <a:srgbClr val="808080"/>
                      </a:solidFill>
                    </a:lnR>
                    <a:lnT w="12240">
                      <a:solidFill>
                        <a:srgbClr val="808080"/>
                      </a:solidFill>
                    </a:lnT>
                    <a:lnB w="12240" cap="flat" cmpd="sng" algn="ctr">
                      <a:solidFill>
                        <a:srgbClr val="80808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598725">
                <a:tc>
                  <a:txBody>
                    <a:bodyPr/>
                    <a:lstStyle/>
                    <a:p>
                      <a:pPr algn="ctr">
                        <a:lnSpc>
                          <a:spcPct val="100000"/>
                        </a:lnSpc>
                        <a:tabLst>
                          <a:tab pos="0" algn="l"/>
                        </a:tabLst>
                      </a:pPr>
                      <a:r>
                        <a:rPr lang="de-DE" sz="2800" b="0" strike="noStrike" spc="-1" dirty="0">
                          <a:solidFill>
                            <a:srgbClr val="000000"/>
                          </a:solidFill>
                          <a:latin typeface="Calibri"/>
                          <a:ea typeface="DejaVu Sans"/>
                        </a:rPr>
                        <a:t>Di. </a:t>
                      </a:r>
                      <a:endParaRPr lang="de-DE" sz="2800" b="0" strike="noStrike" spc="-1" dirty="0">
                        <a:latin typeface="Arial"/>
                      </a:endParaRPr>
                    </a:p>
                  </a:txBody>
                  <a:tcPr marL="91125" marR="91125" marT="42863" marB="42863">
                    <a:lnL w="12240">
                      <a:solidFill>
                        <a:srgbClr val="808080"/>
                      </a:solidFill>
                    </a:lnL>
                    <a:lnR w="12240" cap="flat" cmpd="sng" algn="ctr">
                      <a:solidFill>
                        <a:srgbClr val="808080"/>
                      </a:solidFill>
                      <a:prstDash val="solid"/>
                      <a:round/>
                      <a:headEnd type="none" w="med" len="med"/>
                      <a:tailEnd type="none" w="med" len="med"/>
                    </a:lnR>
                    <a:lnT w="12240" cap="flat" cmpd="sng" algn="ctr">
                      <a:solidFill>
                        <a:srgbClr val="808080"/>
                      </a:solidFill>
                      <a:prstDash val="solid"/>
                      <a:round/>
                      <a:headEnd type="none" w="med" len="med"/>
                      <a:tailEnd type="none" w="med" len="med"/>
                    </a:lnT>
                    <a:lnB w="12240" cap="flat" cmpd="sng" algn="ctr">
                      <a:solidFill>
                        <a:srgbClr val="808080"/>
                      </a:solidFill>
                      <a:prstDash val="solid"/>
                      <a:round/>
                      <a:headEnd type="none" w="med" len="med"/>
                      <a:tailEnd type="none" w="med" len="med"/>
                    </a:lnB>
                    <a:solidFill>
                      <a:srgbClr val="FFFFFF"/>
                    </a:solidFill>
                  </a:tcPr>
                </a:tc>
                <a:tc>
                  <a:txBody>
                    <a:bodyPr/>
                    <a:lstStyle/>
                    <a:p>
                      <a:pPr algn="ctr">
                        <a:lnSpc>
                          <a:spcPct val="100000"/>
                        </a:lnSpc>
                      </a:pPr>
                      <a:r>
                        <a:rPr lang="de-DE" sz="2800" b="0" strike="noStrike" spc="-1" dirty="0">
                          <a:solidFill>
                            <a:srgbClr val="000000"/>
                          </a:solidFill>
                          <a:latin typeface="Calibri"/>
                          <a:ea typeface="DejaVu Sans"/>
                        </a:rPr>
                        <a:t>19:00</a:t>
                      </a:r>
                      <a:endParaRPr lang="de-DE" sz="2800" b="0" strike="noStrike" spc="-1" dirty="0">
                        <a:latin typeface="Arial"/>
                      </a:endParaRPr>
                    </a:p>
                  </a:txBody>
                  <a:tcPr marL="91125" marR="91125" marT="42863" marB="42863">
                    <a:lnL w="12240" cap="flat" cmpd="sng" algn="ctr">
                      <a:solidFill>
                        <a:srgbClr val="808080"/>
                      </a:solidFill>
                      <a:prstDash val="solid"/>
                      <a:round/>
                      <a:headEnd type="none" w="med" len="med"/>
                      <a:tailEnd type="none" w="med" len="med"/>
                    </a:lnL>
                    <a:lnR w="12240" cap="flat" cmpd="sng" algn="ctr">
                      <a:solidFill>
                        <a:srgbClr val="808080"/>
                      </a:solidFill>
                      <a:prstDash val="solid"/>
                      <a:round/>
                      <a:headEnd type="none" w="med" len="med"/>
                      <a:tailEnd type="none" w="med" len="med"/>
                    </a:lnR>
                    <a:lnT w="12240" cap="flat" cmpd="sng" algn="ctr">
                      <a:solidFill>
                        <a:srgbClr val="808080"/>
                      </a:solidFill>
                      <a:prstDash val="solid"/>
                      <a:round/>
                      <a:headEnd type="none" w="med" len="med"/>
                      <a:tailEnd type="none" w="med" len="med"/>
                    </a:lnT>
                    <a:lnB w="12240" cap="flat" cmpd="sng" algn="ctr">
                      <a:solidFill>
                        <a:srgbClr val="808080"/>
                      </a:solidFill>
                      <a:prstDash val="solid"/>
                      <a:round/>
                      <a:headEnd type="none" w="med" len="med"/>
                      <a:tailEnd type="none" w="med" len="med"/>
                    </a:lnB>
                    <a:solidFill>
                      <a:srgbClr val="FFFFFF"/>
                    </a:solidFill>
                  </a:tcPr>
                </a:tc>
                <a:tc>
                  <a:txBody>
                    <a:bodyPr/>
                    <a:lstStyle/>
                    <a:p>
                      <a:pPr>
                        <a:lnSpc>
                          <a:spcPct val="100000"/>
                        </a:lnSpc>
                      </a:pPr>
                      <a:r>
                        <a:rPr lang="de-DE" sz="2800" b="0" strike="noStrike" spc="-1" dirty="0">
                          <a:solidFill>
                            <a:srgbClr val="000000"/>
                          </a:solidFill>
                          <a:latin typeface="Calibri"/>
                          <a:ea typeface="DejaVu Sans"/>
                        </a:rPr>
                        <a:t>Gebetsstunde / Bibelstunde</a:t>
                      </a:r>
                      <a:endParaRPr lang="de-DE" sz="2800" b="0" strike="noStrike" spc="-1" dirty="0">
                        <a:latin typeface="Arial"/>
                      </a:endParaRPr>
                    </a:p>
                  </a:txBody>
                  <a:tcPr marL="91125" marR="91125" marT="42863" marB="42863">
                    <a:lnL w="12240" cap="flat" cmpd="sng" algn="ctr">
                      <a:solidFill>
                        <a:srgbClr val="808080"/>
                      </a:solidFill>
                      <a:prstDash val="solid"/>
                      <a:round/>
                      <a:headEnd type="none" w="med" len="med"/>
                      <a:tailEnd type="none" w="med" len="med"/>
                    </a:lnL>
                    <a:lnR w="12240">
                      <a:solidFill>
                        <a:srgbClr val="808080"/>
                      </a:solidFill>
                    </a:lnR>
                    <a:lnT w="12240" cap="flat" cmpd="sng" algn="ctr">
                      <a:solidFill>
                        <a:srgbClr val="808080"/>
                      </a:solidFill>
                      <a:prstDash val="solid"/>
                      <a:round/>
                      <a:headEnd type="none" w="med" len="med"/>
                      <a:tailEnd type="none" w="med" len="med"/>
                    </a:lnT>
                    <a:lnB w="12240" cap="flat" cmpd="sng" algn="ctr">
                      <a:solidFill>
                        <a:srgbClr val="808080"/>
                      </a:solidFill>
                      <a:prstDash val="solid"/>
                      <a:round/>
                      <a:headEnd type="none" w="med" len="med"/>
                      <a:tailEnd type="none" w="med" len="med"/>
                    </a:lnB>
                    <a:solidFill>
                      <a:srgbClr val="FFFFFF"/>
                    </a:solidFill>
                  </a:tcPr>
                </a:tc>
                <a:extLst>
                  <a:ext uri="{0D108BD9-81ED-4DB2-BD59-A6C34878D82A}">
                    <a16:rowId xmlns:a16="http://schemas.microsoft.com/office/drawing/2014/main" val="3834290667"/>
                  </a:ext>
                </a:extLst>
              </a:tr>
              <a:tr h="598725">
                <a:tc>
                  <a:txBody>
                    <a:bodyPr/>
                    <a:lstStyle/>
                    <a:p>
                      <a:pPr algn="ctr">
                        <a:lnSpc>
                          <a:spcPct val="100000"/>
                        </a:lnSpc>
                        <a:tabLst>
                          <a:tab pos="0" algn="l"/>
                        </a:tabLst>
                      </a:pPr>
                      <a:r>
                        <a:rPr lang="de-DE" sz="2800" b="0" strike="noStrike" spc="-1" dirty="0">
                          <a:latin typeface="Calibri" panose="020F0502020204030204" pitchFamily="34" charset="0"/>
                          <a:cs typeface="Calibri" panose="020F0502020204030204" pitchFamily="34" charset="0"/>
                        </a:rPr>
                        <a:t>Do.</a:t>
                      </a:r>
                    </a:p>
                  </a:txBody>
                  <a:tcPr marL="91125" marR="91125" marT="42863" marB="42863">
                    <a:lnL w="12240">
                      <a:solidFill>
                        <a:srgbClr val="808080"/>
                      </a:solidFill>
                    </a:lnL>
                    <a:lnR w="12240" cap="flat" cmpd="sng" algn="ctr">
                      <a:solidFill>
                        <a:srgbClr val="808080"/>
                      </a:solidFill>
                      <a:prstDash val="solid"/>
                      <a:round/>
                      <a:headEnd type="none" w="med" len="med"/>
                      <a:tailEnd type="none" w="med" len="med"/>
                    </a:lnR>
                    <a:lnT w="12240" cap="flat" cmpd="sng" algn="ctr">
                      <a:solidFill>
                        <a:srgbClr val="808080"/>
                      </a:solidFill>
                      <a:prstDash val="solid"/>
                      <a:round/>
                      <a:headEnd type="none" w="med" len="med"/>
                      <a:tailEnd type="none" w="med" len="med"/>
                    </a:lnT>
                    <a:lnB w="12240" cap="flat" cmpd="sng" algn="ctr">
                      <a:solidFill>
                        <a:srgbClr val="808080"/>
                      </a:solidFill>
                      <a:prstDash val="solid"/>
                      <a:round/>
                      <a:headEnd type="none" w="med" len="med"/>
                      <a:tailEnd type="none" w="med" len="med"/>
                    </a:lnB>
                    <a:solidFill>
                      <a:srgbClr val="FFFFFF"/>
                    </a:solidFill>
                  </a:tcPr>
                </a:tc>
                <a:tc>
                  <a:txBody>
                    <a:bodyPr/>
                    <a:lstStyle/>
                    <a:p>
                      <a:pPr algn="ctr">
                        <a:lnSpc>
                          <a:spcPct val="100000"/>
                        </a:lnSpc>
                      </a:pPr>
                      <a:r>
                        <a:rPr lang="de-DE" sz="2800" b="0" strike="noStrike" spc="-1" dirty="0">
                          <a:latin typeface="Calibri" panose="020F0502020204030204" pitchFamily="34" charset="0"/>
                          <a:cs typeface="Calibri" panose="020F0502020204030204" pitchFamily="34" charset="0"/>
                        </a:rPr>
                        <a:t>15:30</a:t>
                      </a:r>
                    </a:p>
                  </a:txBody>
                  <a:tcPr marL="91125" marR="91125" marT="42863" marB="42863">
                    <a:lnL w="12240" cap="flat" cmpd="sng" algn="ctr">
                      <a:solidFill>
                        <a:srgbClr val="808080"/>
                      </a:solidFill>
                      <a:prstDash val="solid"/>
                      <a:round/>
                      <a:headEnd type="none" w="med" len="med"/>
                      <a:tailEnd type="none" w="med" len="med"/>
                    </a:lnL>
                    <a:lnR w="12240" cap="flat" cmpd="sng" algn="ctr">
                      <a:solidFill>
                        <a:srgbClr val="808080"/>
                      </a:solidFill>
                      <a:prstDash val="solid"/>
                      <a:round/>
                      <a:headEnd type="none" w="med" len="med"/>
                      <a:tailEnd type="none" w="med" len="med"/>
                    </a:lnR>
                    <a:lnT w="12240" cap="flat" cmpd="sng" algn="ctr">
                      <a:solidFill>
                        <a:srgbClr val="808080"/>
                      </a:solidFill>
                      <a:prstDash val="solid"/>
                      <a:round/>
                      <a:headEnd type="none" w="med" len="med"/>
                      <a:tailEnd type="none" w="med" len="med"/>
                    </a:lnT>
                    <a:lnB w="12240" cap="flat" cmpd="sng" algn="ctr">
                      <a:solidFill>
                        <a:srgbClr val="808080"/>
                      </a:solidFill>
                      <a:prstDash val="solid"/>
                      <a:round/>
                      <a:headEnd type="none" w="med" len="med"/>
                      <a:tailEnd type="none" w="med" len="med"/>
                    </a:lnB>
                    <a:solidFill>
                      <a:srgbClr val="FFFFFF"/>
                    </a:solidFill>
                  </a:tcPr>
                </a:tc>
                <a:tc>
                  <a:txBody>
                    <a:bodyPr/>
                    <a:lstStyle/>
                    <a:p>
                      <a:pPr>
                        <a:lnSpc>
                          <a:spcPct val="100000"/>
                        </a:lnSpc>
                      </a:pPr>
                      <a:r>
                        <a:rPr lang="de-DE" sz="2800" b="0" strike="noStrike" spc="-1" dirty="0" err="1">
                          <a:latin typeface="Calibri" panose="020F0502020204030204" pitchFamily="34" charset="0"/>
                          <a:cs typeface="Calibri" panose="020F0502020204030204" pitchFamily="34" charset="0"/>
                        </a:rPr>
                        <a:t>KidsTreff</a:t>
                      </a:r>
                      <a:endParaRPr lang="de-DE" sz="2800" b="0" strike="noStrike" spc="-1" dirty="0">
                        <a:latin typeface="Calibri" panose="020F0502020204030204" pitchFamily="34" charset="0"/>
                        <a:cs typeface="Calibri" panose="020F0502020204030204" pitchFamily="34" charset="0"/>
                      </a:endParaRPr>
                    </a:p>
                  </a:txBody>
                  <a:tcPr marL="91125" marR="91125" marT="42863" marB="42863">
                    <a:lnL w="12240" cap="flat" cmpd="sng" algn="ctr">
                      <a:solidFill>
                        <a:srgbClr val="808080"/>
                      </a:solidFill>
                      <a:prstDash val="solid"/>
                      <a:round/>
                      <a:headEnd type="none" w="med" len="med"/>
                      <a:tailEnd type="none" w="med" len="med"/>
                    </a:lnL>
                    <a:lnR w="12240">
                      <a:solidFill>
                        <a:srgbClr val="808080"/>
                      </a:solidFill>
                    </a:lnR>
                    <a:lnT w="12240" cap="flat" cmpd="sng" algn="ctr">
                      <a:solidFill>
                        <a:srgbClr val="808080"/>
                      </a:solidFill>
                      <a:prstDash val="solid"/>
                      <a:round/>
                      <a:headEnd type="none" w="med" len="med"/>
                      <a:tailEnd type="none" w="med" len="med"/>
                    </a:lnT>
                    <a:lnB w="12240" cap="flat" cmpd="sng" algn="ctr">
                      <a:solidFill>
                        <a:srgbClr val="808080"/>
                      </a:solidFill>
                      <a:prstDash val="solid"/>
                      <a:round/>
                      <a:headEnd type="none" w="med" len="med"/>
                      <a:tailEnd type="none" w="med" len="med"/>
                    </a:lnB>
                    <a:solidFill>
                      <a:srgbClr val="FFFFFF"/>
                    </a:solidFill>
                  </a:tcPr>
                </a:tc>
                <a:extLst>
                  <a:ext uri="{0D108BD9-81ED-4DB2-BD59-A6C34878D82A}">
                    <a16:rowId xmlns:a16="http://schemas.microsoft.com/office/drawing/2014/main" val="3941343864"/>
                  </a:ext>
                </a:extLst>
              </a:tr>
              <a:tr h="299363">
                <a:tc>
                  <a:txBody>
                    <a:bodyPr/>
                    <a:lstStyle/>
                    <a:p>
                      <a:pPr marL="0" marR="0" lvl="0" indent="0" algn="ctr" defTabSz="856019" rtl="0" eaLnBrk="1" fontAlgn="auto" latinLnBrk="0" hangingPunct="1">
                        <a:lnSpc>
                          <a:spcPct val="100000"/>
                        </a:lnSpc>
                        <a:spcBef>
                          <a:spcPts val="0"/>
                        </a:spcBef>
                        <a:spcAft>
                          <a:spcPts val="0"/>
                        </a:spcAft>
                        <a:buClrTx/>
                        <a:buSzTx/>
                        <a:buFontTx/>
                        <a:buNone/>
                        <a:tabLst>
                          <a:tab pos="0" algn="l"/>
                        </a:tabLst>
                        <a:defRPr/>
                      </a:pPr>
                      <a:r>
                        <a:rPr lang="de-DE" sz="2800" b="0" strike="noStrike" kern="1200" spc="-1" dirty="0">
                          <a:solidFill>
                            <a:srgbClr val="000000"/>
                          </a:solidFill>
                          <a:latin typeface="Calibri"/>
                          <a:ea typeface="+mn-ea"/>
                          <a:cs typeface="+mn-cs"/>
                        </a:rPr>
                        <a:t>Fr. </a:t>
                      </a:r>
                    </a:p>
                  </a:txBody>
                  <a:tcPr marL="91125" marR="91125" marT="42863" marB="42863">
                    <a:lnL w="12240">
                      <a:solidFill>
                        <a:srgbClr val="808080"/>
                      </a:solidFill>
                    </a:lnL>
                    <a:lnR w="12240" cap="flat" cmpd="sng" algn="ctr">
                      <a:solidFill>
                        <a:srgbClr val="808080"/>
                      </a:solidFill>
                      <a:prstDash val="solid"/>
                      <a:round/>
                      <a:headEnd type="none" w="med" len="med"/>
                      <a:tailEnd type="none" w="med" len="med"/>
                    </a:lnR>
                    <a:lnT w="12240" cap="flat" cmpd="sng" algn="ctr">
                      <a:solidFill>
                        <a:srgbClr val="808080"/>
                      </a:solidFill>
                      <a:prstDash val="solid"/>
                      <a:round/>
                      <a:headEnd type="none" w="med" len="med"/>
                      <a:tailEnd type="none" w="med" len="med"/>
                    </a:lnT>
                    <a:lnB w="12240" cap="flat" cmpd="sng" algn="ctr">
                      <a:solidFill>
                        <a:srgbClr val="808080"/>
                      </a:solidFill>
                      <a:prstDash val="solid"/>
                      <a:round/>
                      <a:headEnd type="none" w="med" len="med"/>
                      <a:tailEnd type="none" w="med" len="med"/>
                    </a:lnB>
                    <a:solidFill>
                      <a:srgbClr val="FFFFFF"/>
                    </a:solidFill>
                  </a:tcPr>
                </a:tc>
                <a:tc>
                  <a:txBody>
                    <a:bodyPr/>
                    <a:lstStyle/>
                    <a:p>
                      <a:pPr algn="ctr">
                        <a:lnSpc>
                          <a:spcPct val="100000"/>
                        </a:lnSpc>
                      </a:pPr>
                      <a:r>
                        <a:rPr lang="de-DE" sz="2800" b="0" strike="noStrike" kern="1200" spc="-1" dirty="0">
                          <a:solidFill>
                            <a:srgbClr val="000000"/>
                          </a:solidFill>
                          <a:latin typeface="Calibri"/>
                          <a:ea typeface="DejaVu Sans"/>
                          <a:cs typeface="+mn-cs"/>
                        </a:rPr>
                        <a:t>18:00</a:t>
                      </a:r>
                    </a:p>
                  </a:txBody>
                  <a:tcPr marL="91125" marR="91125" marT="42863" marB="42863">
                    <a:lnL w="12240" cap="flat" cmpd="sng" algn="ctr">
                      <a:solidFill>
                        <a:srgbClr val="808080"/>
                      </a:solidFill>
                      <a:prstDash val="solid"/>
                      <a:round/>
                      <a:headEnd type="none" w="med" len="med"/>
                      <a:tailEnd type="none" w="med" len="med"/>
                    </a:lnL>
                    <a:lnR w="12240" cap="flat" cmpd="sng" algn="ctr">
                      <a:solidFill>
                        <a:srgbClr val="808080"/>
                      </a:solidFill>
                      <a:prstDash val="solid"/>
                      <a:round/>
                      <a:headEnd type="none" w="med" len="med"/>
                      <a:tailEnd type="none" w="med" len="med"/>
                    </a:lnR>
                    <a:lnT w="12240" cap="flat" cmpd="sng" algn="ctr">
                      <a:solidFill>
                        <a:srgbClr val="808080"/>
                      </a:solidFill>
                      <a:prstDash val="solid"/>
                      <a:round/>
                      <a:headEnd type="none" w="med" len="med"/>
                      <a:tailEnd type="none" w="med" len="med"/>
                    </a:lnT>
                    <a:lnB w="12240" cap="flat" cmpd="sng" algn="ctr">
                      <a:solidFill>
                        <a:srgbClr val="808080"/>
                      </a:solidFill>
                      <a:prstDash val="solid"/>
                      <a:round/>
                      <a:headEnd type="none" w="med" len="med"/>
                      <a:tailEnd type="none" w="med" len="med"/>
                    </a:lnB>
                    <a:solidFill>
                      <a:srgbClr val="FFFFFF"/>
                    </a:solidFill>
                  </a:tcPr>
                </a:tc>
                <a:tc>
                  <a:txBody>
                    <a:bodyPr/>
                    <a:lstStyle/>
                    <a:p>
                      <a:pPr>
                        <a:lnSpc>
                          <a:spcPct val="100000"/>
                        </a:lnSpc>
                      </a:pPr>
                      <a:r>
                        <a:rPr lang="de-DE" sz="2800" b="0" strike="noStrike" kern="1200" spc="-1" dirty="0">
                          <a:solidFill>
                            <a:srgbClr val="000000"/>
                          </a:solidFill>
                          <a:latin typeface="Calibri"/>
                          <a:ea typeface="DejaVu Sans"/>
                          <a:cs typeface="+mn-cs"/>
                        </a:rPr>
                        <a:t>Teenie</a:t>
                      </a:r>
                    </a:p>
                  </a:txBody>
                  <a:tcPr marL="91125" marR="91125" marT="42863" marB="42863">
                    <a:lnL w="12240" cap="flat" cmpd="sng" algn="ctr">
                      <a:solidFill>
                        <a:srgbClr val="808080"/>
                      </a:solidFill>
                      <a:prstDash val="solid"/>
                      <a:round/>
                      <a:headEnd type="none" w="med" len="med"/>
                      <a:tailEnd type="none" w="med" len="med"/>
                    </a:lnL>
                    <a:lnR w="12240">
                      <a:solidFill>
                        <a:srgbClr val="808080"/>
                      </a:solidFill>
                    </a:lnR>
                    <a:lnT w="12240" cap="flat" cmpd="sng" algn="ctr">
                      <a:solidFill>
                        <a:srgbClr val="808080"/>
                      </a:solidFill>
                      <a:prstDash val="solid"/>
                      <a:round/>
                      <a:headEnd type="none" w="med" len="med"/>
                      <a:tailEnd type="none" w="med" len="med"/>
                    </a:lnT>
                    <a:lnB w="12240" cap="flat" cmpd="sng" algn="ctr">
                      <a:solidFill>
                        <a:srgbClr val="808080"/>
                      </a:solidFill>
                      <a:prstDash val="solid"/>
                      <a:round/>
                      <a:headEnd type="none" w="med" len="med"/>
                      <a:tailEnd type="none" w="med" len="med"/>
                    </a:lnB>
                    <a:solidFill>
                      <a:srgbClr val="FFFFFF"/>
                    </a:solidFill>
                  </a:tcPr>
                </a:tc>
                <a:extLst>
                  <a:ext uri="{0D108BD9-81ED-4DB2-BD59-A6C34878D82A}">
                    <a16:rowId xmlns:a16="http://schemas.microsoft.com/office/drawing/2014/main" val="2353468848"/>
                  </a:ext>
                </a:extLst>
              </a:tr>
              <a:tr h="299363">
                <a:tc>
                  <a:txBody>
                    <a:bodyPr/>
                    <a:lstStyle/>
                    <a:p>
                      <a:pPr marL="0" marR="0" lvl="0" indent="0" algn="ctr" defTabSz="856019" rtl="0" eaLnBrk="1" fontAlgn="auto" latinLnBrk="0" hangingPunct="1">
                        <a:lnSpc>
                          <a:spcPct val="100000"/>
                        </a:lnSpc>
                        <a:spcBef>
                          <a:spcPts val="0"/>
                        </a:spcBef>
                        <a:spcAft>
                          <a:spcPts val="0"/>
                        </a:spcAft>
                        <a:buClrTx/>
                        <a:buSzTx/>
                        <a:buFontTx/>
                        <a:buNone/>
                        <a:tabLst>
                          <a:tab pos="0" algn="l"/>
                        </a:tabLst>
                        <a:defRPr/>
                      </a:pPr>
                      <a:endParaRPr lang="de-DE" sz="2800" b="0" strike="noStrike" kern="1200" spc="-1" dirty="0">
                        <a:solidFill>
                          <a:srgbClr val="000000"/>
                        </a:solidFill>
                        <a:latin typeface="Calibri"/>
                        <a:ea typeface="+mn-ea"/>
                        <a:cs typeface="+mn-cs"/>
                      </a:endParaRPr>
                    </a:p>
                  </a:txBody>
                  <a:tcPr marL="91125" marR="91125" marT="42863" marB="42863">
                    <a:lnL w="12240" cap="flat" cmpd="sng" algn="ctr">
                      <a:solidFill>
                        <a:srgbClr val="808080"/>
                      </a:solidFill>
                      <a:prstDash val="solid"/>
                      <a:round/>
                      <a:headEnd type="none" w="med" len="med"/>
                      <a:tailEnd type="none" w="med" len="med"/>
                    </a:lnL>
                    <a:lnR w="12240" cap="flat" cmpd="sng" algn="ctr">
                      <a:solidFill>
                        <a:srgbClr val="808080"/>
                      </a:solidFill>
                      <a:prstDash val="solid"/>
                      <a:round/>
                      <a:headEnd type="none" w="med" len="med"/>
                      <a:tailEnd type="none" w="med" len="med"/>
                    </a:lnR>
                    <a:lnT w="12240" cap="flat" cmpd="sng" algn="ctr">
                      <a:solidFill>
                        <a:srgbClr val="808080"/>
                      </a:solidFill>
                      <a:prstDash val="solid"/>
                      <a:round/>
                      <a:headEnd type="none" w="med" len="med"/>
                      <a:tailEnd type="none" w="med" len="med"/>
                    </a:lnT>
                    <a:lnB w="12240" cap="flat" cmpd="sng" algn="ctr">
                      <a:solidFill>
                        <a:srgbClr val="808080"/>
                      </a:solidFill>
                      <a:prstDash val="solid"/>
                      <a:round/>
                      <a:headEnd type="none" w="med" len="med"/>
                      <a:tailEnd type="none" w="med" len="med"/>
                    </a:lnB>
                    <a:solidFill>
                      <a:srgbClr val="FFFFFF"/>
                    </a:solidFill>
                  </a:tcPr>
                </a:tc>
                <a:tc>
                  <a:txBody>
                    <a:bodyPr/>
                    <a:lstStyle/>
                    <a:p>
                      <a:pPr algn="ctr">
                        <a:lnSpc>
                          <a:spcPct val="100000"/>
                        </a:lnSpc>
                      </a:pPr>
                      <a:r>
                        <a:rPr lang="de-DE" sz="2800" b="0" strike="noStrike" kern="1200" spc="-1" dirty="0">
                          <a:solidFill>
                            <a:srgbClr val="000000"/>
                          </a:solidFill>
                          <a:latin typeface="Calibri"/>
                          <a:ea typeface="DejaVu Sans"/>
                          <a:cs typeface="+mn-cs"/>
                        </a:rPr>
                        <a:t>20:00</a:t>
                      </a:r>
                    </a:p>
                  </a:txBody>
                  <a:tcPr marL="91125" marR="91125" marT="42863" marB="42863">
                    <a:lnL w="12240" cap="flat" cmpd="sng" algn="ctr">
                      <a:solidFill>
                        <a:srgbClr val="808080"/>
                      </a:solidFill>
                      <a:prstDash val="solid"/>
                      <a:round/>
                      <a:headEnd type="none" w="med" len="med"/>
                      <a:tailEnd type="none" w="med" len="med"/>
                    </a:lnL>
                    <a:lnR w="12240" cap="flat" cmpd="sng" algn="ctr">
                      <a:solidFill>
                        <a:srgbClr val="808080"/>
                      </a:solidFill>
                      <a:prstDash val="solid"/>
                      <a:round/>
                      <a:headEnd type="none" w="med" len="med"/>
                      <a:tailEnd type="none" w="med" len="med"/>
                    </a:lnR>
                    <a:lnT w="12240" cap="flat" cmpd="sng" algn="ctr">
                      <a:solidFill>
                        <a:srgbClr val="808080"/>
                      </a:solidFill>
                      <a:prstDash val="solid"/>
                      <a:round/>
                      <a:headEnd type="none" w="med" len="med"/>
                      <a:tailEnd type="none" w="med" len="med"/>
                    </a:lnT>
                    <a:lnB w="12240" cap="flat" cmpd="sng" algn="ctr">
                      <a:solidFill>
                        <a:srgbClr val="808080"/>
                      </a:solidFill>
                      <a:prstDash val="solid"/>
                      <a:round/>
                      <a:headEnd type="none" w="med" len="med"/>
                      <a:tailEnd type="none" w="med" len="med"/>
                    </a:lnB>
                    <a:solidFill>
                      <a:srgbClr val="FFFFFF"/>
                    </a:solidFill>
                  </a:tcPr>
                </a:tc>
                <a:tc>
                  <a:txBody>
                    <a:bodyPr/>
                    <a:lstStyle/>
                    <a:p>
                      <a:pPr>
                        <a:lnSpc>
                          <a:spcPct val="100000"/>
                        </a:lnSpc>
                      </a:pPr>
                      <a:r>
                        <a:rPr lang="de-DE" sz="2800" b="0" strike="noStrike" kern="1200" spc="-1" dirty="0">
                          <a:solidFill>
                            <a:srgbClr val="000000"/>
                          </a:solidFill>
                          <a:latin typeface="Calibri"/>
                          <a:ea typeface="DejaVu Sans"/>
                          <a:cs typeface="+mn-cs"/>
                        </a:rPr>
                        <a:t>Jugend</a:t>
                      </a:r>
                    </a:p>
                  </a:txBody>
                  <a:tcPr marL="91125" marR="91125" marT="42863" marB="42863">
                    <a:lnL w="12240" cap="flat" cmpd="sng" algn="ctr">
                      <a:solidFill>
                        <a:srgbClr val="808080"/>
                      </a:solidFill>
                      <a:prstDash val="solid"/>
                      <a:round/>
                      <a:headEnd type="none" w="med" len="med"/>
                      <a:tailEnd type="none" w="med" len="med"/>
                    </a:lnL>
                    <a:lnR w="12240" cap="flat" cmpd="sng" algn="ctr">
                      <a:solidFill>
                        <a:srgbClr val="808080"/>
                      </a:solidFill>
                      <a:prstDash val="solid"/>
                      <a:round/>
                      <a:headEnd type="none" w="med" len="med"/>
                      <a:tailEnd type="none" w="med" len="med"/>
                    </a:lnR>
                    <a:lnT w="12240" cap="flat" cmpd="sng" algn="ctr">
                      <a:solidFill>
                        <a:srgbClr val="808080"/>
                      </a:solidFill>
                      <a:prstDash val="solid"/>
                      <a:round/>
                      <a:headEnd type="none" w="med" len="med"/>
                      <a:tailEnd type="none" w="med" len="med"/>
                    </a:lnT>
                    <a:lnB w="12240" cap="flat" cmpd="sng" algn="ctr">
                      <a:solidFill>
                        <a:srgbClr val="808080"/>
                      </a:solidFill>
                      <a:prstDash val="solid"/>
                      <a:round/>
                      <a:headEnd type="none" w="med" len="med"/>
                      <a:tailEnd type="none" w="med" len="med"/>
                    </a:lnB>
                    <a:solidFill>
                      <a:srgbClr val="FFFFFF"/>
                    </a:solidFill>
                  </a:tcPr>
                </a:tc>
                <a:extLst>
                  <a:ext uri="{0D108BD9-81ED-4DB2-BD59-A6C34878D82A}">
                    <a16:rowId xmlns:a16="http://schemas.microsoft.com/office/drawing/2014/main" val="3338772193"/>
                  </a:ext>
                </a:extLst>
              </a:tr>
              <a:tr h="598725">
                <a:tc>
                  <a:txBody>
                    <a:bodyPr/>
                    <a:lstStyle/>
                    <a:p>
                      <a:pPr algn="ctr">
                        <a:lnSpc>
                          <a:spcPct val="100000"/>
                        </a:lnSpc>
                        <a:tabLst>
                          <a:tab pos="0" algn="l"/>
                        </a:tabLst>
                      </a:pPr>
                      <a:r>
                        <a:rPr lang="de-DE" sz="2800" b="0" strike="noStrike" spc="-1" dirty="0">
                          <a:solidFill>
                            <a:srgbClr val="000000"/>
                          </a:solidFill>
                          <a:latin typeface="Calibri"/>
                          <a:ea typeface="DejaVu Sans"/>
                        </a:rPr>
                        <a:t>Sa.</a:t>
                      </a:r>
                      <a:r>
                        <a:rPr lang="de-DE" sz="2800" b="0" strike="noStrike" kern="1200" spc="-1" dirty="0">
                          <a:solidFill>
                            <a:srgbClr val="000000"/>
                          </a:solidFill>
                          <a:latin typeface="Calibri"/>
                          <a:ea typeface="DejaVu Sans"/>
                          <a:cs typeface="+mn-cs"/>
                        </a:rPr>
                        <a:t> </a:t>
                      </a:r>
                      <a:endParaRPr lang="de-DE" sz="2800" b="0" strike="noStrike" spc="-1" dirty="0">
                        <a:latin typeface="Arial"/>
                      </a:endParaRPr>
                    </a:p>
                  </a:txBody>
                  <a:tcPr marL="91125" marR="91125" marT="42863" marB="42863">
                    <a:lnL w="12240">
                      <a:solidFill>
                        <a:srgbClr val="808080"/>
                      </a:solidFill>
                    </a:lnL>
                    <a:lnR w="12240" cap="flat" cmpd="sng" algn="ctr">
                      <a:solidFill>
                        <a:srgbClr val="808080"/>
                      </a:solidFill>
                      <a:prstDash val="solid"/>
                      <a:round/>
                      <a:headEnd type="none" w="med" len="med"/>
                      <a:tailEnd type="none" w="med" len="med"/>
                    </a:lnR>
                    <a:lnT w="12240" cap="flat" cmpd="sng" algn="ctr">
                      <a:solidFill>
                        <a:srgbClr val="808080"/>
                      </a:solidFill>
                      <a:prstDash val="solid"/>
                      <a:round/>
                      <a:headEnd type="none" w="med" len="med"/>
                      <a:tailEnd type="none" w="med" len="med"/>
                    </a:lnT>
                    <a:lnB w="12240">
                      <a:solidFill>
                        <a:srgbClr val="808080"/>
                      </a:solidFill>
                    </a:lnB>
                    <a:solidFill>
                      <a:srgbClr val="FFFFFF"/>
                    </a:solidFill>
                  </a:tcPr>
                </a:tc>
                <a:tc>
                  <a:txBody>
                    <a:bodyPr/>
                    <a:lstStyle/>
                    <a:p>
                      <a:pPr algn="ctr">
                        <a:lnSpc>
                          <a:spcPct val="100000"/>
                        </a:lnSpc>
                      </a:pPr>
                      <a:r>
                        <a:rPr lang="de-DE" sz="2800" b="0" strike="noStrike" spc="-1" dirty="0">
                          <a:solidFill>
                            <a:srgbClr val="000000"/>
                          </a:solidFill>
                          <a:latin typeface="Calibri"/>
                          <a:ea typeface="DejaVu Sans"/>
                        </a:rPr>
                        <a:t>18:30</a:t>
                      </a:r>
                      <a:endParaRPr lang="de-DE" sz="2800" b="0" strike="noStrike" spc="-1" dirty="0">
                        <a:latin typeface="Arial"/>
                      </a:endParaRPr>
                    </a:p>
                  </a:txBody>
                  <a:tcPr marL="91125" marR="91125" marT="42863" marB="42863">
                    <a:lnL w="12240" cap="flat" cmpd="sng" algn="ctr">
                      <a:solidFill>
                        <a:srgbClr val="808080"/>
                      </a:solidFill>
                      <a:prstDash val="solid"/>
                      <a:round/>
                      <a:headEnd type="none" w="med" len="med"/>
                      <a:tailEnd type="none" w="med" len="med"/>
                    </a:lnL>
                    <a:lnR w="12240" cap="flat" cmpd="sng" algn="ctr">
                      <a:solidFill>
                        <a:srgbClr val="808080"/>
                      </a:solidFill>
                      <a:prstDash val="solid"/>
                      <a:round/>
                      <a:headEnd type="none" w="med" len="med"/>
                      <a:tailEnd type="none" w="med" len="med"/>
                    </a:lnR>
                    <a:lnT w="12240" cap="flat" cmpd="sng" algn="ctr">
                      <a:solidFill>
                        <a:srgbClr val="808080"/>
                      </a:solidFill>
                      <a:prstDash val="solid"/>
                      <a:round/>
                      <a:headEnd type="none" w="med" len="med"/>
                      <a:tailEnd type="none" w="med" len="med"/>
                    </a:lnT>
                    <a:lnB w="12240">
                      <a:solidFill>
                        <a:srgbClr val="808080"/>
                      </a:solidFill>
                    </a:lnB>
                    <a:solidFill>
                      <a:srgbClr val="FFFFFF"/>
                    </a:solidFill>
                  </a:tcPr>
                </a:tc>
                <a:tc>
                  <a:txBody>
                    <a:bodyPr/>
                    <a:lstStyle/>
                    <a:p>
                      <a:pPr>
                        <a:lnSpc>
                          <a:spcPct val="100000"/>
                        </a:lnSpc>
                      </a:pPr>
                      <a:r>
                        <a:rPr lang="de-DE" sz="2800" b="0" strike="noStrike" spc="-1" dirty="0">
                          <a:solidFill>
                            <a:srgbClr val="000000"/>
                          </a:solidFill>
                          <a:latin typeface="Calibri"/>
                          <a:ea typeface="DejaVu Sans"/>
                        </a:rPr>
                        <a:t>Abendgottesdienst</a:t>
                      </a:r>
                      <a:endParaRPr lang="de-DE" sz="2800" b="0" strike="noStrike" spc="-1" dirty="0">
                        <a:latin typeface="Arial"/>
                      </a:endParaRPr>
                    </a:p>
                  </a:txBody>
                  <a:tcPr marL="91125" marR="91125" marT="42863" marB="42863">
                    <a:lnL w="12240" cap="flat" cmpd="sng" algn="ctr">
                      <a:solidFill>
                        <a:srgbClr val="808080"/>
                      </a:solidFill>
                      <a:prstDash val="solid"/>
                      <a:round/>
                      <a:headEnd type="none" w="med" len="med"/>
                      <a:tailEnd type="none" w="med" len="med"/>
                    </a:lnL>
                    <a:lnR w="12240">
                      <a:solidFill>
                        <a:srgbClr val="808080"/>
                      </a:solidFill>
                    </a:lnR>
                    <a:lnT w="12240" cap="flat" cmpd="sng" algn="ctr">
                      <a:solidFill>
                        <a:srgbClr val="808080"/>
                      </a:solidFill>
                      <a:prstDash val="solid"/>
                      <a:round/>
                      <a:headEnd type="none" w="med" len="med"/>
                      <a:tailEnd type="none" w="med" len="med"/>
                    </a:lnT>
                    <a:lnB w="12240">
                      <a:solidFill>
                        <a:srgbClr val="808080"/>
                      </a:solidFill>
                    </a:lnB>
                    <a:solidFill>
                      <a:srgbClr val="FFFFFF"/>
                    </a:solidFill>
                  </a:tcPr>
                </a:tc>
                <a:extLst>
                  <a:ext uri="{0D108BD9-81ED-4DB2-BD59-A6C34878D82A}">
                    <a16:rowId xmlns:a16="http://schemas.microsoft.com/office/drawing/2014/main" val="10001"/>
                  </a:ext>
                </a:extLst>
              </a:tr>
              <a:tr h="599063">
                <a:tc>
                  <a:txBody>
                    <a:bodyPr/>
                    <a:lstStyle/>
                    <a:p>
                      <a:pPr algn="ctr">
                        <a:lnSpc>
                          <a:spcPct val="100000"/>
                        </a:lnSpc>
                        <a:tabLst>
                          <a:tab pos="0" algn="l"/>
                        </a:tabLst>
                      </a:pPr>
                      <a:r>
                        <a:rPr lang="de-DE" sz="2800" b="0" strike="noStrike" spc="-1" dirty="0">
                          <a:solidFill>
                            <a:srgbClr val="000000"/>
                          </a:solidFill>
                          <a:latin typeface="Calibri"/>
                          <a:ea typeface="DejaVu Sans"/>
                        </a:rPr>
                        <a:t>So. </a:t>
                      </a:r>
                      <a:endParaRPr lang="de-DE" sz="2800" b="0" strike="noStrike" spc="-1" dirty="0">
                        <a:latin typeface="Arial"/>
                      </a:endParaRPr>
                    </a:p>
                  </a:txBody>
                  <a:tcPr marL="91125" marR="91125" marT="42863" marB="42863">
                    <a:lnL w="12240">
                      <a:solidFill>
                        <a:srgbClr val="808080"/>
                      </a:solidFill>
                    </a:lnL>
                    <a:lnR w="12240">
                      <a:solidFill>
                        <a:srgbClr val="808080"/>
                      </a:solidFill>
                    </a:lnR>
                    <a:lnT w="12240">
                      <a:solidFill>
                        <a:srgbClr val="808080"/>
                      </a:solidFill>
                    </a:lnT>
                    <a:lnB w="12240">
                      <a:solidFill>
                        <a:srgbClr val="808080"/>
                      </a:solidFill>
                    </a:lnB>
                    <a:solidFill>
                      <a:srgbClr val="FFFFFF"/>
                    </a:solidFill>
                  </a:tcPr>
                </a:tc>
                <a:tc>
                  <a:txBody>
                    <a:bodyPr/>
                    <a:lstStyle/>
                    <a:p>
                      <a:pPr marL="0" algn="ctr" defTabSz="856019" rtl="0" eaLnBrk="1" latinLnBrk="0" hangingPunct="1">
                        <a:lnSpc>
                          <a:spcPct val="100000"/>
                        </a:lnSpc>
                      </a:pPr>
                      <a:r>
                        <a:rPr lang="de-DE" sz="2800" b="0" strike="noStrike" kern="1200" spc="-1" dirty="0">
                          <a:solidFill>
                            <a:srgbClr val="000000"/>
                          </a:solidFill>
                          <a:latin typeface="Calibri"/>
                          <a:ea typeface="DejaVu Sans"/>
                          <a:cs typeface="+mn-cs"/>
                        </a:rPr>
                        <a:t>10:30</a:t>
                      </a:r>
                      <a:endParaRPr lang="de-DE" sz="2800" b="0" strike="noStrike" kern="1200" spc="-1" dirty="0">
                        <a:solidFill>
                          <a:srgbClr val="000000"/>
                        </a:solidFill>
                        <a:latin typeface="Calibri"/>
                        <a:cs typeface="+mn-cs"/>
                      </a:endParaRPr>
                    </a:p>
                  </a:txBody>
                  <a:tcPr marL="91125" marR="91125" marT="42863" marB="42863">
                    <a:lnL w="12240">
                      <a:solidFill>
                        <a:srgbClr val="808080"/>
                      </a:solidFill>
                    </a:lnL>
                    <a:lnR w="12240">
                      <a:solidFill>
                        <a:srgbClr val="808080"/>
                      </a:solidFill>
                    </a:lnR>
                    <a:lnT w="12240">
                      <a:solidFill>
                        <a:srgbClr val="808080"/>
                      </a:solidFill>
                    </a:lnT>
                    <a:lnB w="12240">
                      <a:solidFill>
                        <a:srgbClr val="808080"/>
                      </a:solidFill>
                    </a:lnB>
                    <a:solidFill>
                      <a:srgbClr val="FFFFFF"/>
                    </a:solidFill>
                  </a:tcPr>
                </a:tc>
                <a:tc>
                  <a:txBody>
                    <a:bodyPr/>
                    <a:lstStyle/>
                    <a:p>
                      <a:pPr>
                        <a:lnSpc>
                          <a:spcPct val="100000"/>
                        </a:lnSpc>
                      </a:pPr>
                      <a:r>
                        <a:rPr lang="de-DE" sz="2800" b="0" strike="noStrike" spc="-1" dirty="0">
                          <a:solidFill>
                            <a:srgbClr val="000000"/>
                          </a:solidFill>
                          <a:latin typeface="Calibri"/>
                          <a:ea typeface="DejaVu Sans"/>
                        </a:rPr>
                        <a:t>Gottesdienst</a:t>
                      </a:r>
                      <a:endParaRPr lang="de-DE" sz="2800" b="0" strike="noStrike" spc="-1" dirty="0">
                        <a:solidFill>
                          <a:srgbClr val="FF0000"/>
                        </a:solidFill>
                        <a:latin typeface="Arial"/>
                      </a:endParaRPr>
                    </a:p>
                  </a:txBody>
                  <a:tcPr marL="91125" marR="91125" marT="42863" marB="42863">
                    <a:lnL w="12240">
                      <a:solidFill>
                        <a:srgbClr val="808080"/>
                      </a:solidFill>
                    </a:lnL>
                    <a:lnR w="12240">
                      <a:solidFill>
                        <a:srgbClr val="808080"/>
                      </a:solidFill>
                    </a:lnR>
                    <a:lnT w="12240">
                      <a:solidFill>
                        <a:srgbClr val="808080"/>
                      </a:solidFill>
                    </a:lnT>
                    <a:lnB w="12240">
                      <a:solidFill>
                        <a:srgbClr val="808080"/>
                      </a:solidFill>
                    </a:lnB>
                    <a:solidFill>
                      <a:srgbClr val="FFFFFF"/>
                    </a:solidFill>
                  </a:tcPr>
                </a:tc>
                <a:extLst>
                  <a:ext uri="{0D108BD9-81ED-4DB2-BD59-A6C34878D82A}">
                    <a16:rowId xmlns:a16="http://schemas.microsoft.com/office/drawing/2014/main" val="10002"/>
                  </a:ext>
                </a:extLst>
              </a:tr>
            </a:tbl>
          </a:graphicData>
        </a:graphic>
      </p:graphicFrame>
      <p:sp>
        <p:nvSpPr>
          <p:cNvPr id="2" name="Textfeld 1">
            <a:extLst>
              <a:ext uri="{FF2B5EF4-FFF2-40B4-BE49-F238E27FC236}">
                <a16:creationId xmlns:a16="http://schemas.microsoft.com/office/drawing/2014/main" id="{6C2AB718-04F9-4DFA-87F3-94A09EB5B081}"/>
              </a:ext>
            </a:extLst>
          </p:cNvPr>
          <p:cNvSpPr txBox="1"/>
          <p:nvPr/>
        </p:nvSpPr>
        <p:spPr>
          <a:xfrm>
            <a:off x="356062" y="5701853"/>
            <a:ext cx="8301241" cy="369332"/>
          </a:xfrm>
          <a:prstGeom prst="rect">
            <a:avLst/>
          </a:prstGeom>
          <a:noFill/>
        </p:spPr>
        <p:txBody>
          <a:bodyPr wrap="square" rtlCol="0">
            <a:spAutoFit/>
          </a:bodyPr>
          <a:lstStyle/>
          <a:p>
            <a:r>
              <a:rPr lang="de-DE" dirty="0"/>
              <a:t>----Optional---</a:t>
            </a:r>
          </a:p>
        </p:txBody>
      </p:sp>
    </p:spTree>
    <p:extLst>
      <p:ext uri="{BB962C8B-B14F-4D97-AF65-F5344CB8AC3E}">
        <p14:creationId xmlns:p14="http://schemas.microsoft.com/office/powerpoint/2010/main" val="312475872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Grafik 5"/>
          <p:cNvPicPr>
            <a:picLocks noChangeAspect="1"/>
          </p:cNvPicPr>
          <p:nvPr/>
        </p:nvPicPr>
        <p:blipFill>
          <a:blip r:embed="rId2">
            <a:extLst>
              <a:ext uri="{28A0092B-C50C-407E-A947-70E740481C1C}">
                <a14:useLocalDpi xmlns:a14="http://schemas.microsoft.com/office/drawing/2010/main" val="0"/>
              </a:ext>
            </a:extLst>
          </a:blip>
          <a:srcRect/>
          <a:stretch/>
        </p:blipFill>
        <p:spPr>
          <a:xfrm>
            <a:off x="-1" y="0"/>
            <a:ext cx="9144001" cy="6858000"/>
          </a:xfrm>
          <a:prstGeom prst="rect">
            <a:avLst/>
          </a:prstGeom>
        </p:spPr>
      </p:pic>
      <p:sp>
        <p:nvSpPr>
          <p:cNvPr id="5" name="Titel 1"/>
          <p:cNvSpPr txBox="1">
            <a:spLocks/>
          </p:cNvSpPr>
          <p:nvPr/>
        </p:nvSpPr>
        <p:spPr>
          <a:xfrm>
            <a:off x="628649" y="428632"/>
            <a:ext cx="7886700" cy="810298"/>
          </a:xfrm>
          <a:prstGeom prst="rect">
            <a:avLst/>
          </a:prstGeom>
        </p:spPr>
        <p:txBody>
          <a:bodyPr vert="horz" lIns="91440" tIns="45720" rIns="91440" bIns="45720" rtlCol="0" anchor="b">
            <a:normAutofit fontScale="9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de-DE" sz="6600" b="0" i="0" u="none" strike="noStrike" kern="1200" cap="none" spc="0" normalizeH="0" baseline="0" noProof="0" dirty="0">
                <a:ln>
                  <a:noFill/>
                </a:ln>
                <a:solidFill>
                  <a:prstClr val="white"/>
                </a:solidFill>
                <a:effectLst/>
                <a:uLnTx/>
                <a:uFillTx/>
                <a:latin typeface="Baskerville Old Face" panose="02020602080505020303" pitchFamily="18" charset="0"/>
                <a:ea typeface="+mj-ea"/>
                <a:cs typeface="+mj-cs"/>
              </a:rPr>
              <a:t>Thema</a:t>
            </a:r>
          </a:p>
        </p:txBody>
      </p:sp>
      <p:sp>
        <p:nvSpPr>
          <p:cNvPr id="8" name="CustomShape 1">
            <a:extLst>
              <a:ext uri="{FF2B5EF4-FFF2-40B4-BE49-F238E27FC236}">
                <a16:creationId xmlns:a16="http://schemas.microsoft.com/office/drawing/2014/main" id="{ADBB904B-28D9-4EDB-8B6A-C11220A28789}"/>
              </a:ext>
            </a:extLst>
          </p:cNvPr>
          <p:cNvSpPr/>
          <p:nvPr/>
        </p:nvSpPr>
        <p:spPr>
          <a:xfrm>
            <a:off x="965199" y="5739719"/>
            <a:ext cx="7213600" cy="689649"/>
          </a:xfrm>
          <a:prstGeom prst="rect">
            <a:avLst/>
          </a:prstGeom>
          <a:noFill/>
          <a:ln w="0">
            <a:noFill/>
          </a:ln>
        </p:spPr>
        <p:style>
          <a:lnRef idx="0">
            <a:scrgbClr r="0" g="0" b="0"/>
          </a:lnRef>
          <a:fillRef idx="0">
            <a:scrgbClr r="0" g="0" b="0"/>
          </a:fillRef>
          <a:effectRef idx="0">
            <a:scrgbClr r="0" g="0" b="0"/>
          </a:effectRef>
          <a:fontRef idx="minor"/>
        </p:style>
        <p:txBody>
          <a:bodyPr wrap="square" lIns="63281" tIns="31641" rIns="63281" bIns="31641">
            <a:spAutoFit/>
          </a:bodyPr>
          <a:lstStyle/>
          <a:p>
            <a:pPr marL="0" marR="0" lvl="0" indent="0" algn="ctr" defTabSz="914400" rtl="0" eaLnBrk="1" fontAlgn="auto" latinLnBrk="0" hangingPunct="1">
              <a:lnSpc>
                <a:spcPct val="70000"/>
              </a:lnSpc>
              <a:spcBef>
                <a:spcPct val="0"/>
              </a:spcBef>
              <a:spcAft>
                <a:spcPts val="0"/>
              </a:spcAft>
              <a:buClrTx/>
              <a:buSzTx/>
              <a:buFontTx/>
              <a:buNone/>
              <a:tabLst/>
              <a:defRPr/>
            </a:pPr>
            <a:r>
              <a:rPr kumimoji="0" lang="de-DE" sz="2800" b="1" i="0" u="none" strike="noStrike" kern="1200" cap="none" spc="0" normalizeH="0" baseline="0" noProof="0" dirty="0">
                <a:ln>
                  <a:noFill/>
                </a:ln>
                <a:solidFill>
                  <a:prstClr val="white"/>
                </a:solidFill>
                <a:effectLst/>
                <a:uLnTx/>
                <a:uFillTx/>
                <a:latin typeface="Baskerville Old Face" panose="02020602080505020303" pitchFamily="18" charset="0"/>
                <a:ea typeface="+mn-ea"/>
                <a:cs typeface="+mn-cs"/>
              </a:rPr>
              <a:t>Gottesdienst am XY.XY.XY </a:t>
            </a:r>
          </a:p>
          <a:p>
            <a:pPr marL="0" marR="0" lvl="0" indent="0" algn="ctr" defTabSz="914400" rtl="0" eaLnBrk="1" fontAlgn="auto" latinLnBrk="0" hangingPunct="1">
              <a:lnSpc>
                <a:spcPct val="70000"/>
              </a:lnSpc>
              <a:spcBef>
                <a:spcPct val="0"/>
              </a:spcBef>
              <a:spcAft>
                <a:spcPts val="0"/>
              </a:spcAft>
              <a:buClrTx/>
              <a:buSzTx/>
              <a:buFontTx/>
              <a:buNone/>
              <a:tabLst/>
              <a:defRPr/>
            </a:pPr>
            <a:r>
              <a:rPr kumimoji="0" lang="de-DE" sz="2800" b="1" i="0" u="none" strike="noStrike" kern="1200" cap="none" spc="0" normalizeH="0" baseline="0" noProof="0" dirty="0">
                <a:ln>
                  <a:noFill/>
                </a:ln>
                <a:solidFill>
                  <a:prstClr val="white"/>
                </a:solidFill>
                <a:effectLst/>
                <a:uLnTx/>
                <a:uFillTx/>
                <a:latin typeface="Baskerville Old Face" panose="02020602080505020303" pitchFamily="18" charset="0"/>
                <a:ea typeface="+mn-ea"/>
                <a:cs typeface="+mn-cs"/>
              </a:rPr>
              <a:t>Name des Sonntags</a:t>
            </a:r>
          </a:p>
        </p:txBody>
      </p:sp>
    </p:spTree>
    <p:extLst>
      <p:ext uri="{BB962C8B-B14F-4D97-AF65-F5344CB8AC3E}">
        <p14:creationId xmlns:p14="http://schemas.microsoft.com/office/powerpoint/2010/main" val="191059873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ormAutofit/>
          </a:bodyPr>
          <a:lstStyle/>
          <a:p>
            <a:r>
              <a:rPr lang="de-DE" dirty="0"/>
              <a:t>Lied:</a:t>
            </a:r>
          </a:p>
        </p:txBody>
      </p:sp>
      <p:sp>
        <p:nvSpPr>
          <p:cNvPr id="3" name="Datumsplatzhalter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de-DE" sz="1400" b="0" i="0" u="none" strike="noStrike" kern="1200" cap="none" spc="0" normalizeH="0" baseline="0" noProof="0" dirty="0">
                <a:ln>
                  <a:noFill/>
                </a:ln>
                <a:solidFill>
                  <a:srgbClr val="FFFFFF"/>
                </a:solidFill>
                <a:effectLst/>
                <a:uLnTx/>
                <a:uFillTx/>
                <a:latin typeface="Arial" charset="0"/>
                <a:ea typeface="+mn-ea"/>
                <a:cs typeface="Arial" charset="0"/>
              </a:rPr>
              <a:t>FJ1 4</a:t>
            </a:r>
          </a:p>
        </p:txBody>
      </p:sp>
      <p:sp>
        <p:nvSpPr>
          <p:cNvPr id="4" name="Fußzeilenplatzhalter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de-DE" sz="900" b="0" i="0" u="none" strike="noStrike" kern="1200" cap="all" spc="0" normalizeH="0" baseline="0" noProof="0" dirty="0">
                <a:ln>
                  <a:noFill/>
                </a:ln>
                <a:solidFill>
                  <a:srgbClr val="FFFFFF"/>
                </a:solidFill>
                <a:effectLst/>
                <a:uLnTx/>
                <a:uFillTx/>
                <a:latin typeface="Arial" charset="0"/>
                <a:ea typeface="+mn-ea"/>
                <a:cs typeface="Arial" charset="0"/>
              </a:rPr>
              <a:t>Text und Melodie: Robert Lowry</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de-DE" sz="900" b="0" i="0" u="none" strike="noStrike" kern="1200" cap="all" spc="0" normalizeH="0" baseline="0" noProof="0" dirty="0">
                <a:ln>
                  <a:noFill/>
                </a:ln>
                <a:solidFill>
                  <a:srgbClr val="FFFFFF"/>
                </a:solidFill>
                <a:effectLst/>
                <a:uLnTx/>
                <a:uFillTx/>
                <a:latin typeface="Arial" charset="0"/>
                <a:ea typeface="+mn-ea"/>
                <a:cs typeface="Arial" charset="0"/>
              </a:rPr>
              <a:t>Deutsch: Thomas van Doreen</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de-DE" sz="900" b="0" i="0" u="none" strike="noStrike" kern="1200" cap="all" spc="0" normalizeH="0" baseline="0" noProof="0" dirty="0">
                <a:ln>
                  <a:noFill/>
                </a:ln>
                <a:solidFill>
                  <a:srgbClr val="FFFFFF"/>
                </a:solidFill>
                <a:effectLst/>
                <a:uLnTx/>
                <a:uFillTx/>
                <a:latin typeface="Arial" charset="0"/>
                <a:ea typeface="+mn-ea"/>
                <a:cs typeface="Arial" charset="0"/>
              </a:rPr>
              <a:t>Rechte: Hänssler-Verlag, Neuhausen-Stuttgart</a:t>
            </a:r>
          </a:p>
        </p:txBody>
      </p:sp>
      <p:sp>
        <p:nvSpPr>
          <p:cNvPr id="5" name="Foliennummernplatzhalter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de-DE" sz="1400" b="0" i="0" u="none" strike="noStrike" kern="1200" cap="none" spc="0" normalizeH="0" baseline="0" noProof="0" dirty="0">
                <a:ln>
                  <a:noFill/>
                </a:ln>
                <a:solidFill>
                  <a:srgbClr val="FFFFFF"/>
                </a:solidFill>
                <a:effectLst/>
                <a:uLnTx/>
                <a:uFillTx/>
                <a:latin typeface="Arial" charset="0"/>
                <a:ea typeface="+mn-ea"/>
                <a:cs typeface="Arial" charset="0"/>
              </a:rPr>
              <a:t>1/1</a:t>
            </a:r>
          </a:p>
        </p:txBody>
      </p:sp>
      <p:sp>
        <p:nvSpPr>
          <p:cNvPr id="6" name="Inhaltsplatzhalter 5"/>
          <p:cNvSpPr>
            <a:spLocks noGrp="1"/>
          </p:cNvSpPr>
          <p:nvPr>
            <p:ph idx="1"/>
          </p:nvPr>
        </p:nvSpPr>
        <p:spPr/>
        <p:txBody>
          <a:bodyPr/>
          <a:lstStyle/>
          <a:p>
            <a:r>
              <a:rPr lang="de-DE" dirty="0"/>
              <a:t>Lied6 (Lobpreisstrophe)</a:t>
            </a:r>
          </a:p>
        </p:txBody>
      </p:sp>
    </p:spTree>
    <p:extLst>
      <p:ext uri="{BB962C8B-B14F-4D97-AF65-F5344CB8AC3E}">
        <p14:creationId xmlns:p14="http://schemas.microsoft.com/office/powerpoint/2010/main" val="273786958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Grafik 5"/>
          <p:cNvPicPr>
            <a:picLocks noChangeAspect="1"/>
          </p:cNvPicPr>
          <p:nvPr/>
        </p:nvPicPr>
        <p:blipFill>
          <a:blip r:embed="rId2">
            <a:extLst>
              <a:ext uri="{28A0092B-C50C-407E-A947-70E740481C1C}">
                <a14:useLocalDpi xmlns:a14="http://schemas.microsoft.com/office/drawing/2010/main" val="0"/>
              </a:ext>
            </a:extLst>
          </a:blip>
          <a:srcRect/>
          <a:stretch/>
        </p:blipFill>
        <p:spPr>
          <a:xfrm>
            <a:off x="-1" y="0"/>
            <a:ext cx="9144001" cy="6858000"/>
          </a:xfrm>
          <a:prstGeom prst="rect">
            <a:avLst/>
          </a:prstGeom>
        </p:spPr>
      </p:pic>
      <p:sp>
        <p:nvSpPr>
          <p:cNvPr id="5" name="Titel 1"/>
          <p:cNvSpPr txBox="1">
            <a:spLocks/>
          </p:cNvSpPr>
          <p:nvPr/>
        </p:nvSpPr>
        <p:spPr>
          <a:xfrm>
            <a:off x="628649" y="428632"/>
            <a:ext cx="7886700" cy="810298"/>
          </a:xfrm>
          <a:prstGeom prst="rect">
            <a:avLst/>
          </a:prstGeom>
        </p:spPr>
        <p:txBody>
          <a:bodyPr vert="horz" lIns="91440" tIns="45720" rIns="91440" bIns="45720" rtlCol="0" anchor="b">
            <a:normAutofit fontScale="9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de-DE" sz="6600" b="0" i="0" u="none" strike="noStrike" kern="1200" cap="none" spc="0" normalizeH="0" baseline="0" noProof="0" dirty="0">
                <a:ln>
                  <a:noFill/>
                </a:ln>
                <a:solidFill>
                  <a:prstClr val="white"/>
                </a:solidFill>
                <a:effectLst/>
                <a:uLnTx/>
                <a:uFillTx/>
                <a:latin typeface="Baskerville Old Face" panose="02020602080505020303" pitchFamily="18" charset="0"/>
                <a:ea typeface="+mj-ea"/>
                <a:cs typeface="+mj-cs"/>
              </a:rPr>
              <a:t>Thema</a:t>
            </a:r>
          </a:p>
        </p:txBody>
      </p:sp>
      <p:sp>
        <p:nvSpPr>
          <p:cNvPr id="8" name="CustomShape 1">
            <a:extLst>
              <a:ext uri="{FF2B5EF4-FFF2-40B4-BE49-F238E27FC236}">
                <a16:creationId xmlns:a16="http://schemas.microsoft.com/office/drawing/2014/main" id="{ADBB904B-28D9-4EDB-8B6A-C11220A28789}"/>
              </a:ext>
            </a:extLst>
          </p:cNvPr>
          <p:cNvSpPr/>
          <p:nvPr/>
        </p:nvSpPr>
        <p:spPr>
          <a:xfrm>
            <a:off x="965199" y="5739719"/>
            <a:ext cx="7213600" cy="689649"/>
          </a:xfrm>
          <a:prstGeom prst="rect">
            <a:avLst/>
          </a:prstGeom>
          <a:noFill/>
          <a:ln w="0">
            <a:noFill/>
          </a:ln>
        </p:spPr>
        <p:style>
          <a:lnRef idx="0">
            <a:scrgbClr r="0" g="0" b="0"/>
          </a:lnRef>
          <a:fillRef idx="0">
            <a:scrgbClr r="0" g="0" b="0"/>
          </a:fillRef>
          <a:effectRef idx="0">
            <a:scrgbClr r="0" g="0" b="0"/>
          </a:effectRef>
          <a:fontRef idx="minor"/>
        </p:style>
        <p:txBody>
          <a:bodyPr wrap="square" lIns="63281" tIns="31641" rIns="63281" bIns="31641">
            <a:spAutoFit/>
          </a:bodyPr>
          <a:lstStyle/>
          <a:p>
            <a:pPr marL="0" marR="0" lvl="0" indent="0" algn="ctr" defTabSz="914400" rtl="0" eaLnBrk="1" fontAlgn="auto" latinLnBrk="0" hangingPunct="1">
              <a:lnSpc>
                <a:spcPct val="70000"/>
              </a:lnSpc>
              <a:spcBef>
                <a:spcPct val="0"/>
              </a:spcBef>
              <a:spcAft>
                <a:spcPts val="0"/>
              </a:spcAft>
              <a:buClrTx/>
              <a:buSzTx/>
              <a:buFontTx/>
              <a:buNone/>
              <a:tabLst/>
              <a:defRPr/>
            </a:pPr>
            <a:r>
              <a:rPr kumimoji="0" lang="de-DE" sz="2800" b="1" i="0" u="none" strike="noStrike" kern="1200" cap="none" spc="0" normalizeH="0" baseline="0" noProof="0" dirty="0">
                <a:ln>
                  <a:noFill/>
                </a:ln>
                <a:solidFill>
                  <a:prstClr val="white"/>
                </a:solidFill>
                <a:effectLst/>
                <a:uLnTx/>
                <a:uFillTx/>
                <a:latin typeface="Baskerville Old Face" panose="02020602080505020303" pitchFamily="18" charset="0"/>
                <a:ea typeface="+mn-ea"/>
                <a:cs typeface="+mn-cs"/>
              </a:rPr>
              <a:t>Gottesdienst am XY.XY.XY </a:t>
            </a:r>
          </a:p>
          <a:p>
            <a:pPr marL="0" marR="0" lvl="0" indent="0" algn="ctr" defTabSz="914400" rtl="0" eaLnBrk="1" fontAlgn="auto" latinLnBrk="0" hangingPunct="1">
              <a:lnSpc>
                <a:spcPct val="70000"/>
              </a:lnSpc>
              <a:spcBef>
                <a:spcPct val="0"/>
              </a:spcBef>
              <a:spcAft>
                <a:spcPts val="0"/>
              </a:spcAft>
              <a:buClrTx/>
              <a:buSzTx/>
              <a:buFontTx/>
              <a:buNone/>
              <a:tabLst/>
              <a:defRPr/>
            </a:pPr>
            <a:r>
              <a:rPr kumimoji="0" lang="de-DE" sz="2800" b="1" i="0" u="none" strike="noStrike" kern="1200" cap="none" spc="0" normalizeH="0" baseline="0" noProof="0" dirty="0">
                <a:ln>
                  <a:noFill/>
                </a:ln>
                <a:solidFill>
                  <a:prstClr val="white"/>
                </a:solidFill>
                <a:effectLst/>
                <a:uLnTx/>
                <a:uFillTx/>
                <a:latin typeface="Baskerville Old Face" panose="02020602080505020303" pitchFamily="18" charset="0"/>
                <a:ea typeface="+mn-ea"/>
                <a:cs typeface="+mn-cs"/>
              </a:rPr>
              <a:t>Name des Sonntags</a:t>
            </a:r>
          </a:p>
        </p:txBody>
      </p:sp>
    </p:spTree>
    <p:extLst>
      <p:ext uri="{BB962C8B-B14F-4D97-AF65-F5344CB8AC3E}">
        <p14:creationId xmlns:p14="http://schemas.microsoft.com/office/powerpoint/2010/main" val="3436567435"/>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Office Theme">
  <a:themeElements>
    <a:clrScheme name="Offic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5_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3_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Vorlage">
  <a:themeElements>
    <a:clrScheme name="Graustuf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Rückblick">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ückblick">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7.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606</Words>
  <Application>Microsoft Office PowerPoint</Application>
  <PresentationFormat>Bildschirmpräsentation (4:3)</PresentationFormat>
  <Paragraphs>152</Paragraphs>
  <Slides>37</Slides>
  <Notes>0</Notes>
  <HiddenSlides>0</HiddenSlides>
  <MMClips>0</MMClips>
  <ScaleCrop>false</ScaleCrop>
  <HeadingPairs>
    <vt:vector size="6" baseType="variant">
      <vt:variant>
        <vt:lpstr>Verwendete Schriftarten</vt:lpstr>
      </vt:variant>
      <vt:variant>
        <vt:i4>7</vt:i4>
      </vt:variant>
      <vt:variant>
        <vt:lpstr>Design</vt:lpstr>
      </vt:variant>
      <vt:variant>
        <vt:i4>6</vt:i4>
      </vt:variant>
      <vt:variant>
        <vt:lpstr>Folientitel</vt:lpstr>
      </vt:variant>
      <vt:variant>
        <vt:i4>37</vt:i4>
      </vt:variant>
    </vt:vector>
  </HeadingPairs>
  <TitlesOfParts>
    <vt:vector size="50" baseType="lpstr">
      <vt:lpstr>Arial</vt:lpstr>
      <vt:lpstr>Baskerville Old Face</vt:lpstr>
      <vt:lpstr>Calibri</vt:lpstr>
      <vt:lpstr>Calibri Light</vt:lpstr>
      <vt:lpstr>Cambria</vt:lpstr>
      <vt:lpstr>Symbol</vt:lpstr>
      <vt:lpstr>Wingdings</vt:lpstr>
      <vt:lpstr>Office</vt:lpstr>
      <vt:lpstr>Office Theme</vt:lpstr>
      <vt:lpstr>1_Office Theme</vt:lpstr>
      <vt:lpstr>5_Office</vt:lpstr>
      <vt:lpstr>3_Office</vt:lpstr>
      <vt:lpstr>Vorlage</vt:lpstr>
      <vt:lpstr>PowerPoint-Präsentation</vt:lpstr>
      <vt:lpstr>PowerPoint-Präsentation</vt:lpstr>
      <vt:lpstr>PowerPoint-Präsentation</vt:lpstr>
      <vt:lpstr>PowerPoint-Präsentation</vt:lpstr>
      <vt:lpstr>Lied:</vt:lpstr>
      <vt:lpstr>PowerPoint-Präsentation</vt:lpstr>
      <vt:lpstr>PowerPoint-Präsentation</vt:lpstr>
      <vt:lpstr>PowerPoint-Präsentation</vt:lpstr>
      <vt:lpstr>PowerPoint-Präsentation</vt:lpstr>
      <vt:lpstr>Lied:</vt:lpstr>
      <vt:lpstr>PowerPoint-Präsentation</vt:lpstr>
      <vt:lpstr>PowerPoint-Präsentation</vt:lpstr>
      <vt:lpstr>PowerPoint-Präsentation</vt:lpstr>
      <vt:lpstr>PowerPoint-Präsentation</vt:lpstr>
      <vt:lpstr>Lied:</vt:lpstr>
      <vt:lpstr>PowerPoint-Präsentation</vt:lpstr>
      <vt:lpstr>PowerPoint-Präsentation</vt:lpstr>
      <vt:lpstr>PowerPoint-Präsentation</vt:lpstr>
      <vt:lpstr>PowerPoint-Präsentation</vt:lpstr>
      <vt:lpstr>PowerPoint-Präsentation</vt:lpstr>
      <vt:lpstr>PowerPoint-Präsentation</vt:lpstr>
      <vt:lpstr>Lied:</vt:lpstr>
      <vt:lpstr>PowerPoint-Präsentation</vt:lpstr>
      <vt:lpstr>PowerPoint-Präsentation</vt:lpstr>
      <vt:lpstr>PowerPoint-Präsentation</vt:lpstr>
      <vt:lpstr>Lied:</vt:lpstr>
      <vt:lpstr>PowerPoint-Präsentation</vt:lpstr>
      <vt:lpstr>PowerPoint-Präsentation</vt:lpstr>
      <vt:lpstr>PowerPoint-Präsentation</vt:lpstr>
      <vt:lpstr>PowerPoint-Präsentation</vt:lpstr>
      <vt:lpstr>PowerPoint-Präsentation</vt:lpstr>
      <vt:lpstr>Lied:</vt:lpstr>
      <vt:lpstr>PowerPoint-Präsentation</vt:lpstr>
      <vt:lpstr>PowerPoint-Präsentation</vt:lpstr>
      <vt:lpstr>PowerPoint-Präsentation</vt:lpstr>
      <vt:lpstr>Lied:</vt:lpstr>
      <vt:lpstr>PowerPoint-Präsentation</vt:lpstr>
    </vt:vector>
  </TitlesOfParts>
  <Company>Landkreis Gifhorn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Klaut, Richard</dc:creator>
  <cp:lastModifiedBy>MR</cp:lastModifiedBy>
  <cp:revision>97</cp:revision>
  <dcterms:created xsi:type="dcterms:W3CDTF">2023-11-18T07:13:53Z</dcterms:created>
  <dcterms:modified xsi:type="dcterms:W3CDTF">2025-12-30T20:28:53Z</dcterms:modified>
</cp:coreProperties>
</file>